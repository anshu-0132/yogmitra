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notesMasterIdLst>
    <p:notesMasterId r:id="rId20"/>
  </p:notesMasterIdLst>
  <p:sldIdLst>
    <p:sldId id="256" r:id="rId2"/>
    <p:sldId id="275" r:id="rId3"/>
    <p:sldId id="285" r:id="rId4"/>
    <p:sldId id="284" r:id="rId5"/>
    <p:sldId id="276" r:id="rId6"/>
    <p:sldId id="277" r:id="rId7"/>
    <p:sldId id="278" r:id="rId8"/>
    <p:sldId id="258" r:id="rId9"/>
    <p:sldId id="279" r:id="rId10"/>
    <p:sldId id="280" r:id="rId11"/>
    <p:sldId id="287" r:id="rId12"/>
    <p:sldId id="267" r:id="rId13"/>
    <p:sldId id="270" r:id="rId14"/>
    <p:sldId id="260" r:id="rId15"/>
    <p:sldId id="283" r:id="rId16"/>
    <p:sldId id="282" r:id="rId17"/>
    <p:sldId id="281" r:id="rId18"/>
    <p:sldId id="25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42AA0FE-D593-0CF3-D093-B8F6D42DE7DF}" name="Vidhansh Soni" initials="VS" userId="01834600b173130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14D920-CA84-4C2B-9257-84A426A52B68}" v="8" dt="2026-09-10T05:43:32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 Patil" userId="c9085923bf754879" providerId="LiveId" clId="{1CF6DD45-2909-458B-8906-F94C51CBB573}"/>
    <pc:docChg chg="undo custSel addSld delSld modSld sldOrd">
      <pc:chgData name="Om Patil" userId="c9085923bf754879" providerId="LiveId" clId="{1CF6DD45-2909-458B-8906-F94C51CBB573}" dt="2026-09-10T05:45:52.939" v="265" actId="1076"/>
      <pc:docMkLst>
        <pc:docMk/>
      </pc:docMkLst>
      <pc:sldChg chg="modSp mod">
        <pc:chgData name="Om Patil" userId="c9085923bf754879" providerId="LiveId" clId="{1CF6DD45-2909-458B-8906-F94C51CBB573}" dt="2026-09-09T11:04:19.614" v="91" actId="20577"/>
        <pc:sldMkLst>
          <pc:docMk/>
          <pc:sldMk cId="109857222" sldId="256"/>
        </pc:sldMkLst>
        <pc:spChg chg="mod">
          <ac:chgData name="Om Patil" userId="c9085923bf754879" providerId="LiveId" clId="{1CF6DD45-2909-458B-8906-F94C51CBB573}" dt="2026-09-09T11:04:19.614" v="91" actId="20577"/>
          <ac:spMkLst>
            <pc:docMk/>
            <pc:sldMk cId="109857222" sldId="256"/>
            <ac:spMk id="5" creationId="{64BB6DCC-093B-A92F-4BA5-884AE7EDB766}"/>
          </ac:spMkLst>
        </pc:spChg>
      </pc:sldChg>
      <pc:sldChg chg="addSp modSp mod">
        <pc:chgData name="Om Patil" userId="c9085923bf754879" providerId="LiveId" clId="{1CF6DD45-2909-458B-8906-F94C51CBB573}" dt="2026-09-09T11:41:57.343" v="207" actId="20577"/>
        <pc:sldMkLst>
          <pc:docMk/>
          <pc:sldMk cId="1089118491" sldId="260"/>
        </pc:sldMkLst>
        <pc:spChg chg="add mod">
          <ac:chgData name="Om Patil" userId="c9085923bf754879" providerId="LiveId" clId="{1CF6DD45-2909-458B-8906-F94C51CBB573}" dt="2026-09-09T11:41:57.343" v="207" actId="20577"/>
          <ac:spMkLst>
            <pc:docMk/>
            <pc:sldMk cId="1089118491" sldId="260"/>
            <ac:spMk id="2" creationId="{66FDB630-1BF5-257F-E4D2-EFBB0BF64076}"/>
          </ac:spMkLst>
        </pc:spChg>
        <pc:picChg chg="mod modCrop">
          <ac:chgData name="Om Patil" userId="c9085923bf754879" providerId="LiveId" clId="{1CF6DD45-2909-458B-8906-F94C51CBB573}" dt="2026-09-09T11:11:43.594" v="136" actId="1076"/>
          <ac:picMkLst>
            <pc:docMk/>
            <pc:sldMk cId="1089118491" sldId="260"/>
            <ac:picMk id="11" creationId="{6C07BFCC-6E1A-D6C5-A236-E17904BE4EC1}"/>
          </ac:picMkLst>
        </pc:picChg>
      </pc:sldChg>
      <pc:sldChg chg="modSp mod">
        <pc:chgData name="Om Patil" userId="c9085923bf754879" providerId="LiveId" clId="{1CF6DD45-2909-458B-8906-F94C51CBB573}" dt="2026-09-09T11:29:34.693" v="183" actId="20577"/>
        <pc:sldMkLst>
          <pc:docMk/>
          <pc:sldMk cId="274992700" sldId="262"/>
        </pc:sldMkLst>
        <pc:graphicFrameChg chg="mod modGraphic">
          <ac:chgData name="Om Patil" userId="c9085923bf754879" providerId="LiveId" clId="{1CF6DD45-2909-458B-8906-F94C51CBB573}" dt="2026-09-09T11:29:34.693" v="183" actId="20577"/>
          <ac:graphicFrameMkLst>
            <pc:docMk/>
            <pc:sldMk cId="274992700" sldId="262"/>
            <ac:graphicFrameMk id="10" creationId="{CC3C815E-0257-383B-3A49-F35EF714CA58}"/>
          </ac:graphicFrameMkLst>
        </pc:graphicFrameChg>
      </pc:sldChg>
      <pc:sldChg chg="modSp mod">
        <pc:chgData name="Om Patil" userId="c9085923bf754879" providerId="LiveId" clId="{1CF6DD45-2909-458B-8906-F94C51CBB573}" dt="2026-09-09T11:25:13.441" v="170" actId="20577"/>
        <pc:sldMkLst>
          <pc:docMk/>
          <pc:sldMk cId="1861029268" sldId="269"/>
        </pc:sldMkLst>
        <pc:graphicFrameChg chg="modGraphic">
          <ac:chgData name="Om Patil" userId="c9085923bf754879" providerId="LiveId" clId="{1CF6DD45-2909-458B-8906-F94C51CBB573}" dt="2026-09-09T11:25:13.441" v="170" actId="20577"/>
          <ac:graphicFrameMkLst>
            <pc:docMk/>
            <pc:sldMk cId="1861029268" sldId="269"/>
            <ac:graphicFrameMk id="10" creationId="{8A0F874A-4D3D-E2CF-7C84-815BA0F90273}"/>
          </ac:graphicFrameMkLst>
        </pc:graphicFrameChg>
      </pc:sldChg>
      <pc:sldChg chg="modSp mod">
        <pc:chgData name="Om Patil" userId="c9085923bf754879" providerId="LiveId" clId="{1CF6DD45-2909-458B-8906-F94C51CBB573}" dt="2026-09-09T11:17:58.350" v="163" actId="313"/>
        <pc:sldMkLst>
          <pc:docMk/>
          <pc:sldMk cId="1131311929" sldId="270"/>
        </pc:sldMkLst>
        <pc:spChg chg="mod">
          <ac:chgData name="Om Patil" userId="c9085923bf754879" providerId="LiveId" clId="{1CF6DD45-2909-458B-8906-F94C51CBB573}" dt="2026-09-09T11:17:58.350" v="163" actId="313"/>
          <ac:spMkLst>
            <pc:docMk/>
            <pc:sldMk cId="1131311929" sldId="270"/>
            <ac:spMk id="11" creationId="{105755DA-B598-0568-7651-3C605DEC44C0}"/>
          </ac:spMkLst>
        </pc:spChg>
      </pc:sldChg>
      <pc:sldChg chg="modSp mod">
        <pc:chgData name="Om Patil" userId="c9085923bf754879" providerId="LiveId" clId="{1CF6DD45-2909-458B-8906-F94C51CBB573}" dt="2026-09-09T11:23:14.596" v="169" actId="27107"/>
        <pc:sldMkLst>
          <pc:docMk/>
          <pc:sldMk cId="3081660288" sldId="276"/>
        </pc:sldMkLst>
        <pc:spChg chg="mod">
          <ac:chgData name="Om Patil" userId="c9085923bf754879" providerId="LiveId" clId="{1CF6DD45-2909-458B-8906-F94C51CBB573}" dt="2026-09-09T11:23:14.596" v="169" actId="27107"/>
          <ac:spMkLst>
            <pc:docMk/>
            <pc:sldMk cId="3081660288" sldId="276"/>
            <ac:spMk id="5" creationId="{F1B0E43D-C095-4D96-D203-C0B2EB207DFF}"/>
          </ac:spMkLst>
        </pc:spChg>
      </pc:sldChg>
      <pc:sldChg chg="modSp">
        <pc:chgData name="Om Patil" userId="c9085923bf754879" providerId="LiveId" clId="{1CF6DD45-2909-458B-8906-F94C51CBB573}" dt="2026-09-09T11:17:46.070" v="162" actId="313"/>
        <pc:sldMkLst>
          <pc:docMk/>
          <pc:sldMk cId="1386401303" sldId="279"/>
        </pc:sldMkLst>
        <pc:graphicFrameChg chg="mod">
          <ac:chgData name="Om Patil" userId="c9085923bf754879" providerId="LiveId" clId="{1CF6DD45-2909-458B-8906-F94C51CBB573}" dt="2026-09-09T11:17:46.070" v="162" actId="313"/>
          <ac:graphicFrameMkLst>
            <pc:docMk/>
            <pc:sldMk cId="1386401303" sldId="279"/>
            <ac:graphicFrameMk id="5" creationId="{F2A2D3EC-7E0C-1DE5-288D-A7A0A19D6449}"/>
          </ac:graphicFrameMkLst>
        </pc:graphicFrameChg>
      </pc:sldChg>
      <pc:sldChg chg="addSp delSp modSp mod">
        <pc:chgData name="Om Patil" userId="c9085923bf754879" providerId="LiveId" clId="{1CF6DD45-2909-458B-8906-F94C51CBB573}" dt="2026-09-09T11:11:22.793" v="133" actId="14100"/>
        <pc:sldMkLst>
          <pc:docMk/>
          <pc:sldMk cId="2374863785" sldId="280"/>
        </pc:sldMkLst>
        <pc:spChg chg="add del mod">
          <ac:chgData name="Om Patil" userId="c9085923bf754879" providerId="LiveId" clId="{1CF6DD45-2909-458B-8906-F94C51CBB573}" dt="2026-09-09T11:09:09.403" v="122"/>
          <ac:spMkLst>
            <pc:docMk/>
            <pc:sldMk cId="2374863785" sldId="280"/>
            <ac:spMk id="2" creationId="{19034E9A-0ED4-0768-F32F-1CF6FE783C2D}"/>
          </ac:spMkLst>
        </pc:spChg>
        <pc:picChg chg="add mod modCrop">
          <ac:chgData name="Om Patil" userId="c9085923bf754879" providerId="LiveId" clId="{1CF6DD45-2909-458B-8906-F94C51CBB573}" dt="2026-09-09T11:11:22.793" v="133" actId="14100"/>
          <ac:picMkLst>
            <pc:docMk/>
            <pc:sldMk cId="2374863785" sldId="280"/>
            <ac:picMk id="5" creationId="{C70C391F-CA5B-5090-79FF-39F940AFCE83}"/>
          </ac:picMkLst>
        </pc:picChg>
        <pc:picChg chg="del mod">
          <ac:chgData name="Om Patil" userId="c9085923bf754879" providerId="LiveId" clId="{1CF6DD45-2909-458B-8906-F94C51CBB573}" dt="2026-09-09T11:06:05.257" v="93" actId="478"/>
          <ac:picMkLst>
            <pc:docMk/>
            <pc:sldMk cId="2374863785" sldId="280"/>
            <ac:picMk id="6" creationId="{4FACAAD5-4CB9-8070-DE1C-83B56AECAD58}"/>
          </ac:picMkLst>
        </pc:picChg>
      </pc:sldChg>
      <pc:sldChg chg="addSp delSp modSp mod ord">
        <pc:chgData name="Om Patil" userId="c9085923bf754879" providerId="LiveId" clId="{1CF6DD45-2909-458B-8906-F94C51CBB573}" dt="2026-09-09T11:32:16.326" v="203" actId="170"/>
        <pc:sldMkLst>
          <pc:docMk/>
          <pc:sldMk cId="3231718664" sldId="284"/>
        </pc:sldMkLst>
        <pc:spChg chg="mod ord">
          <ac:chgData name="Om Patil" userId="c9085923bf754879" providerId="LiveId" clId="{1CF6DD45-2909-458B-8906-F94C51CBB573}" dt="2026-09-09T11:32:16.326" v="203" actId="170"/>
          <ac:spMkLst>
            <pc:docMk/>
            <pc:sldMk cId="3231718664" sldId="284"/>
            <ac:spMk id="8" creationId="{3131718E-BDEC-4A4D-7D3A-A4897721F68B}"/>
          </ac:spMkLst>
        </pc:spChg>
        <pc:picChg chg="add mod">
          <ac:chgData name="Om Patil" userId="c9085923bf754879" providerId="LiveId" clId="{1CF6DD45-2909-458B-8906-F94C51CBB573}" dt="2026-09-09T11:31:04.532" v="191" actId="14100"/>
          <ac:picMkLst>
            <pc:docMk/>
            <pc:sldMk cId="3231718664" sldId="284"/>
            <ac:picMk id="3" creationId="{C1888D31-950B-ABD1-593F-5C4303510E34}"/>
          </ac:picMkLst>
        </pc:picChg>
        <pc:picChg chg="del mod">
          <ac:chgData name="Om Patil" userId="c9085923bf754879" providerId="LiveId" clId="{1CF6DD45-2909-458B-8906-F94C51CBB573}" dt="2026-09-09T11:30:42.347" v="184" actId="478"/>
          <ac:picMkLst>
            <pc:docMk/>
            <pc:sldMk cId="3231718664" sldId="284"/>
            <ac:picMk id="6" creationId="{368559AB-0795-7E04-C179-351032C7EB96}"/>
          </ac:picMkLst>
        </pc:picChg>
      </pc:sldChg>
      <pc:sldChg chg="addSp delSp modSp mod">
        <pc:chgData name="Om Patil" userId="c9085923bf754879" providerId="LiveId" clId="{1CF6DD45-2909-458B-8906-F94C51CBB573}" dt="2026-09-09T11:32:08.252" v="200" actId="20577"/>
        <pc:sldMkLst>
          <pc:docMk/>
          <pc:sldMk cId="349465428" sldId="285"/>
        </pc:sldMkLst>
        <pc:spChg chg="mod">
          <ac:chgData name="Om Patil" userId="c9085923bf754879" providerId="LiveId" clId="{1CF6DD45-2909-458B-8906-F94C51CBB573}" dt="2026-09-09T11:32:08.252" v="200" actId="20577"/>
          <ac:spMkLst>
            <pc:docMk/>
            <pc:sldMk cId="349465428" sldId="285"/>
            <ac:spMk id="5" creationId="{D7242E18-2627-8048-E989-4E9D7F59590E}"/>
          </ac:spMkLst>
        </pc:spChg>
        <pc:picChg chg="del">
          <ac:chgData name="Om Patil" userId="c9085923bf754879" providerId="LiveId" clId="{1CF6DD45-2909-458B-8906-F94C51CBB573}" dt="2026-09-09T11:31:09.735" v="192" actId="478"/>
          <ac:picMkLst>
            <pc:docMk/>
            <pc:sldMk cId="349465428" sldId="285"/>
            <ac:picMk id="3" creationId="{AFBDEDA3-81A9-3D61-B5ED-5705F13CEB4A}"/>
          </ac:picMkLst>
        </pc:picChg>
        <pc:picChg chg="add mod">
          <ac:chgData name="Om Patil" userId="c9085923bf754879" providerId="LiveId" clId="{1CF6DD45-2909-458B-8906-F94C51CBB573}" dt="2026-09-09T11:31:40.274" v="196" actId="1076"/>
          <ac:picMkLst>
            <pc:docMk/>
            <pc:sldMk cId="349465428" sldId="285"/>
            <ac:picMk id="4" creationId="{531BA8A2-A7E3-6A0D-9004-5785DAE3A051}"/>
          </ac:picMkLst>
        </pc:picChg>
      </pc:sldChg>
      <pc:sldChg chg="addSp delSp modSp new mod">
        <pc:chgData name="Om Patil" userId="c9085923bf754879" providerId="LiveId" clId="{1CF6DD45-2909-458B-8906-F94C51CBB573}" dt="2026-09-10T05:45:52.939" v="265" actId="1076"/>
        <pc:sldMkLst>
          <pc:docMk/>
          <pc:sldMk cId="535009853" sldId="287"/>
        </pc:sldMkLst>
        <pc:spChg chg="add del mod">
          <ac:chgData name="Om Patil" userId="c9085923bf754879" providerId="LiveId" clId="{1CF6DD45-2909-458B-8906-F94C51CBB573}" dt="2026-09-10T03:54:15.925" v="211"/>
          <ac:spMkLst>
            <pc:docMk/>
            <pc:sldMk cId="535009853" sldId="287"/>
            <ac:spMk id="2" creationId="{47E03BBD-F5DC-EEC7-33E5-3ABDCBDB22C9}"/>
          </ac:spMkLst>
        </pc:spChg>
        <pc:spChg chg="mod">
          <ac:chgData name="Om Patil" userId="c9085923bf754879" providerId="LiveId" clId="{1CF6DD45-2909-458B-8906-F94C51CBB573}" dt="2026-09-10T05:44:13.344" v="236" actId="1076"/>
          <ac:spMkLst>
            <pc:docMk/>
            <pc:sldMk cId="535009853" sldId="287"/>
            <ac:spMk id="2" creationId="{F7FF5059-49DF-0DA7-1E6C-37F543056542}"/>
          </ac:spMkLst>
        </pc:spChg>
        <pc:spChg chg="add mod">
          <ac:chgData name="Om Patil" userId="c9085923bf754879" providerId="LiveId" clId="{1CF6DD45-2909-458B-8906-F94C51CBB573}" dt="2026-09-10T03:54:39.061" v="224" actId="14100"/>
          <ac:spMkLst>
            <pc:docMk/>
            <pc:sldMk cId="535009853" sldId="287"/>
            <ac:spMk id="4" creationId="{73C0B1C6-82C5-0E13-FE66-E55998264751}"/>
          </ac:spMkLst>
        </pc:spChg>
        <pc:spChg chg="add mod">
          <ac:chgData name="Om Patil" userId="c9085923bf754879" providerId="LiveId" clId="{1CF6DD45-2909-458B-8906-F94C51CBB573}" dt="2026-09-10T05:43:32.925" v="233"/>
          <ac:spMkLst>
            <pc:docMk/>
            <pc:sldMk cId="535009853" sldId="287"/>
            <ac:spMk id="9" creationId="{63540F49-FF5F-ABB7-00C0-E7552D467DE8}"/>
          </ac:spMkLst>
        </pc:spChg>
        <pc:spChg chg="del">
          <ac:chgData name="Om Patil" userId="c9085923bf754879" providerId="LiveId" clId="{1CF6DD45-2909-458B-8906-F94C51CBB573}" dt="2026-09-10T05:44:16.668" v="237" actId="478"/>
          <ac:spMkLst>
            <pc:docMk/>
            <pc:sldMk cId="535009853" sldId="287"/>
            <ac:spMk id="10" creationId="{BB9C62E8-F0DB-86A5-7B73-7D9D2D9EE9A6}"/>
          </ac:spMkLst>
        </pc:spChg>
        <pc:spChg chg="del">
          <ac:chgData name="Om Patil" userId="c9085923bf754879" providerId="LiveId" clId="{1CF6DD45-2909-458B-8906-F94C51CBB573}" dt="2026-09-10T05:44:16.668" v="237" actId="478"/>
          <ac:spMkLst>
            <pc:docMk/>
            <pc:sldMk cId="535009853" sldId="287"/>
            <ac:spMk id="11" creationId="{F4049F04-9E00-E16D-3A08-2154AD3F611B}"/>
          </ac:spMkLst>
        </pc:spChg>
        <pc:spChg chg="add mod">
          <ac:chgData name="Om Patil" userId="c9085923bf754879" providerId="LiveId" clId="{1CF6DD45-2909-458B-8906-F94C51CBB573}" dt="2026-09-10T05:43:32.925" v="233"/>
          <ac:spMkLst>
            <pc:docMk/>
            <pc:sldMk cId="535009853" sldId="287"/>
            <ac:spMk id="13" creationId="{51FF6EFC-FE72-8002-AC04-1C78EA75C9D8}"/>
          </ac:spMkLst>
        </pc:spChg>
        <pc:spChg chg="del">
          <ac:chgData name="Om Patil" userId="c9085923bf754879" providerId="LiveId" clId="{1CF6DD45-2909-458B-8906-F94C51CBB573}" dt="2026-09-10T05:44:16.668" v="237" actId="478"/>
          <ac:spMkLst>
            <pc:docMk/>
            <pc:sldMk cId="535009853" sldId="287"/>
            <ac:spMk id="15" creationId="{5FD1B2A6-474E-78B9-6ED1-FDA335B353F3}"/>
          </ac:spMkLst>
        </pc:spChg>
        <pc:spChg chg="add mod">
          <ac:chgData name="Om Patil" userId="c9085923bf754879" providerId="LiveId" clId="{1CF6DD45-2909-458B-8906-F94C51CBB573}" dt="2026-09-10T05:43:32.925" v="233"/>
          <ac:spMkLst>
            <pc:docMk/>
            <pc:sldMk cId="535009853" sldId="287"/>
            <ac:spMk id="16" creationId="{03963739-D789-0407-AF19-6EFE52410095}"/>
          </ac:spMkLst>
        </pc:spChg>
        <pc:spChg chg="del">
          <ac:chgData name="Om Patil" userId="c9085923bf754879" providerId="LiveId" clId="{1CF6DD45-2909-458B-8906-F94C51CBB573}" dt="2026-09-10T05:44:16.668" v="237" actId="478"/>
          <ac:spMkLst>
            <pc:docMk/>
            <pc:sldMk cId="535009853" sldId="287"/>
            <ac:spMk id="18" creationId="{B4DC9B35-6EE1-CFF7-1707-5614D0D2A334}"/>
          </ac:spMkLst>
        </pc:spChg>
        <pc:spChg chg="add mod">
          <ac:chgData name="Om Patil" userId="c9085923bf754879" providerId="LiveId" clId="{1CF6DD45-2909-458B-8906-F94C51CBB573}" dt="2026-09-10T05:43:32.925" v="233"/>
          <ac:spMkLst>
            <pc:docMk/>
            <pc:sldMk cId="535009853" sldId="287"/>
            <ac:spMk id="19" creationId="{74470D4B-C402-21D7-227F-8581BBDA41FC}"/>
          </ac:spMkLst>
        </pc:spChg>
        <pc:spChg chg="add mod">
          <ac:chgData name="Om Patil" userId="c9085923bf754879" providerId="LiveId" clId="{1CF6DD45-2909-458B-8906-F94C51CBB573}" dt="2026-09-10T05:43:32.925" v="233"/>
          <ac:spMkLst>
            <pc:docMk/>
            <pc:sldMk cId="535009853" sldId="287"/>
            <ac:spMk id="27" creationId="{29C9652C-1FB3-03EE-A8C9-F3AD13EE8EF5}"/>
          </ac:spMkLst>
        </pc:spChg>
        <pc:spChg chg="add mod">
          <ac:chgData name="Om Patil" userId="c9085923bf754879" providerId="LiveId" clId="{1CF6DD45-2909-458B-8906-F94C51CBB573}" dt="2026-09-10T05:43:32.925" v="233"/>
          <ac:spMkLst>
            <pc:docMk/>
            <pc:sldMk cId="535009853" sldId="287"/>
            <ac:spMk id="30" creationId="{9E2CC1AD-6D24-42DE-B78C-94FDAD192E6E}"/>
          </ac:spMkLst>
        </pc:spChg>
        <pc:spChg chg="del">
          <ac:chgData name="Om Patil" userId="c9085923bf754879" providerId="LiveId" clId="{1CF6DD45-2909-458B-8906-F94C51CBB573}" dt="2026-09-10T05:44:16.668" v="237" actId="478"/>
          <ac:spMkLst>
            <pc:docMk/>
            <pc:sldMk cId="535009853" sldId="287"/>
            <ac:spMk id="32" creationId="{BBA19BC0-63E4-1A6F-5219-7D5F405FCB20}"/>
          </ac:spMkLst>
        </pc:spChg>
        <pc:spChg chg="add del mod">
          <ac:chgData name="Om Patil" userId="c9085923bf754879" providerId="LiveId" clId="{1CF6DD45-2909-458B-8906-F94C51CBB573}" dt="2026-09-10T05:44:16.668" v="237" actId="478"/>
          <ac:spMkLst>
            <pc:docMk/>
            <pc:sldMk cId="535009853" sldId="287"/>
            <ac:spMk id="34" creationId="{C20777B3-F289-9F35-B269-F713DE80B81F}"/>
          </ac:spMkLst>
        </pc:spChg>
        <pc:spChg chg="add mod">
          <ac:chgData name="Om Patil" userId="c9085923bf754879" providerId="LiveId" clId="{1CF6DD45-2909-458B-8906-F94C51CBB573}" dt="2026-09-10T05:43:32.925" v="233"/>
          <ac:spMkLst>
            <pc:docMk/>
            <pc:sldMk cId="535009853" sldId="287"/>
            <ac:spMk id="35" creationId="{A84AE73C-7113-7A6C-42B5-1A44484E50F6}"/>
          </ac:spMkLst>
        </pc:spChg>
        <pc:spChg chg="add del mod">
          <ac:chgData name="Om Patil" userId="c9085923bf754879" providerId="LiveId" clId="{1CF6DD45-2909-458B-8906-F94C51CBB573}" dt="2026-09-10T05:44:16.668" v="237" actId="478"/>
          <ac:spMkLst>
            <pc:docMk/>
            <pc:sldMk cId="535009853" sldId="287"/>
            <ac:spMk id="37" creationId="{78DC9CCF-708D-3BDD-DE82-4788AF55E673}"/>
          </ac:spMkLst>
        </pc:spChg>
        <pc:spChg chg="del">
          <ac:chgData name="Om Patil" userId="c9085923bf754879" providerId="LiveId" clId="{1CF6DD45-2909-458B-8906-F94C51CBB573}" dt="2026-09-10T05:44:16.668" v="237" actId="478"/>
          <ac:spMkLst>
            <pc:docMk/>
            <pc:sldMk cId="535009853" sldId="287"/>
            <ac:spMk id="38" creationId="{FF5E17F2-7329-6C84-CF4A-5831B8573DB5}"/>
          </ac:spMkLst>
        </pc:spChg>
        <pc:spChg chg="add mod">
          <ac:chgData name="Om Patil" userId="c9085923bf754879" providerId="LiveId" clId="{1CF6DD45-2909-458B-8906-F94C51CBB573}" dt="2026-09-10T05:43:32.925" v="233"/>
          <ac:spMkLst>
            <pc:docMk/>
            <pc:sldMk cId="535009853" sldId="287"/>
            <ac:spMk id="42" creationId="{9511810F-6D6B-19BA-AF6F-611E50FD2AA8}"/>
          </ac:spMkLst>
        </pc:spChg>
        <pc:spChg chg="del">
          <ac:chgData name="Om Patil" userId="c9085923bf754879" providerId="LiveId" clId="{1CF6DD45-2909-458B-8906-F94C51CBB573}" dt="2026-09-10T05:44:16.668" v="237" actId="478"/>
          <ac:spMkLst>
            <pc:docMk/>
            <pc:sldMk cId="535009853" sldId="287"/>
            <ac:spMk id="44" creationId="{D7CE759C-70EE-817E-F8F2-232A12386756}"/>
          </ac:spMkLst>
        </pc:spChg>
        <pc:spChg chg="del">
          <ac:chgData name="Om Patil" userId="c9085923bf754879" providerId="LiveId" clId="{1CF6DD45-2909-458B-8906-F94C51CBB573}" dt="2026-09-10T05:44:16.668" v="237" actId="478"/>
          <ac:spMkLst>
            <pc:docMk/>
            <pc:sldMk cId="535009853" sldId="287"/>
            <ac:spMk id="45" creationId="{CB82C3E5-EA37-BB72-1981-6891E8C918DB}"/>
          </ac:spMkLst>
        </pc:spChg>
        <pc:spChg chg="del">
          <ac:chgData name="Om Patil" userId="c9085923bf754879" providerId="LiveId" clId="{1CF6DD45-2909-458B-8906-F94C51CBB573}" dt="2026-09-10T05:43:39.304" v="234" actId="478"/>
          <ac:spMkLst>
            <pc:docMk/>
            <pc:sldMk cId="535009853" sldId="287"/>
            <ac:spMk id="47" creationId="{CDED51A0-F4B7-1D9C-8C63-037A059FE6CA}"/>
          </ac:spMkLst>
        </pc:spChg>
        <pc:spChg chg="del">
          <ac:chgData name="Om Patil" userId="c9085923bf754879" providerId="LiveId" clId="{1CF6DD45-2909-458B-8906-F94C51CBB573}" dt="2026-09-10T05:43:39.304" v="234" actId="478"/>
          <ac:spMkLst>
            <pc:docMk/>
            <pc:sldMk cId="535009853" sldId="287"/>
            <ac:spMk id="48" creationId="{4C6A3A79-2277-8215-D0BF-389F397EF48A}"/>
          </ac:spMkLst>
        </pc:spChg>
        <pc:spChg chg="del">
          <ac:chgData name="Om Patil" userId="c9085923bf754879" providerId="LiveId" clId="{1CF6DD45-2909-458B-8906-F94C51CBB573}" dt="2026-09-10T05:43:39.304" v="234" actId="478"/>
          <ac:spMkLst>
            <pc:docMk/>
            <pc:sldMk cId="535009853" sldId="287"/>
            <ac:spMk id="49" creationId="{57A15EEE-D775-4A21-8751-2A1866C35EFF}"/>
          </ac:spMkLst>
        </pc:spChg>
        <pc:spChg chg="del">
          <ac:chgData name="Om Patil" userId="c9085923bf754879" providerId="LiveId" clId="{1CF6DD45-2909-458B-8906-F94C51CBB573}" dt="2026-09-10T05:43:39.304" v="234" actId="478"/>
          <ac:spMkLst>
            <pc:docMk/>
            <pc:sldMk cId="535009853" sldId="287"/>
            <ac:spMk id="50" creationId="{79AB8154-7EFC-FB3F-4BB2-069957D5D922}"/>
          </ac:spMkLst>
        </pc:spChg>
        <pc:spChg chg="del">
          <ac:chgData name="Om Patil" userId="c9085923bf754879" providerId="LiveId" clId="{1CF6DD45-2909-458B-8906-F94C51CBB573}" dt="2026-09-10T05:43:39.304" v="234" actId="478"/>
          <ac:spMkLst>
            <pc:docMk/>
            <pc:sldMk cId="535009853" sldId="287"/>
            <ac:spMk id="51" creationId="{2B3D8DE8-18FC-C672-8DF2-8A3DF27DC111}"/>
          </ac:spMkLst>
        </pc:spChg>
        <pc:spChg chg="del">
          <ac:chgData name="Om Patil" userId="c9085923bf754879" providerId="LiveId" clId="{1CF6DD45-2909-458B-8906-F94C51CBB573}" dt="2026-09-10T05:43:39.304" v="234" actId="478"/>
          <ac:spMkLst>
            <pc:docMk/>
            <pc:sldMk cId="535009853" sldId="287"/>
            <ac:spMk id="52" creationId="{D57B43E0-EA6D-52B0-7DC5-17C48BD6FEAA}"/>
          </ac:spMkLst>
        </pc:spChg>
        <pc:spChg chg="del">
          <ac:chgData name="Om Patil" userId="c9085923bf754879" providerId="LiveId" clId="{1CF6DD45-2909-458B-8906-F94C51CBB573}" dt="2026-09-10T05:45:07.353" v="255" actId="478"/>
          <ac:spMkLst>
            <pc:docMk/>
            <pc:sldMk cId="535009853" sldId="287"/>
            <ac:spMk id="54" creationId="{DBCE7866-6449-21AB-D61D-1B31B02CFAB2}"/>
          </ac:spMkLst>
        </pc:spChg>
        <pc:spChg chg="mod">
          <ac:chgData name="Om Patil" userId="c9085923bf754879" providerId="LiveId" clId="{1CF6DD45-2909-458B-8906-F94C51CBB573}" dt="2026-09-10T05:45:09.747" v="256" actId="1076"/>
          <ac:spMkLst>
            <pc:docMk/>
            <pc:sldMk cId="535009853" sldId="287"/>
            <ac:spMk id="56" creationId="{8748BB46-094A-4370-FA93-36AE0F2F6B9E}"/>
          </ac:spMkLst>
        </pc:spChg>
        <pc:spChg chg="del">
          <ac:chgData name="Om Patil" userId="c9085923bf754879" providerId="LiveId" clId="{1CF6DD45-2909-458B-8906-F94C51CBB573}" dt="2026-09-10T05:45:01.685" v="253" actId="478"/>
          <ac:spMkLst>
            <pc:docMk/>
            <pc:sldMk cId="535009853" sldId="287"/>
            <ac:spMk id="60" creationId="{7E045D97-B78A-B29C-1CF2-94A872B30A54}"/>
          </ac:spMkLst>
        </pc:spChg>
        <pc:spChg chg="add del">
          <ac:chgData name="Om Patil" userId="c9085923bf754879" providerId="LiveId" clId="{1CF6DD45-2909-458B-8906-F94C51CBB573}" dt="2026-09-10T05:45:03.382" v="254" actId="478"/>
          <ac:spMkLst>
            <pc:docMk/>
            <pc:sldMk cId="535009853" sldId="287"/>
            <ac:spMk id="62" creationId="{AAF05E41-8570-F542-559A-EAE443FF831C}"/>
          </ac:spMkLst>
        </pc:spChg>
        <pc:spChg chg="add">
          <ac:chgData name="Om Patil" userId="c9085923bf754879" providerId="LiveId" clId="{1CF6DD45-2909-458B-8906-F94C51CBB573}" dt="2026-09-10T05:44:18.140" v="238" actId="22"/>
          <ac:spMkLst>
            <pc:docMk/>
            <pc:sldMk cId="535009853" sldId="287"/>
            <ac:spMk id="72" creationId="{F10B4ADF-6261-AF4F-A736-5F12A1F1AB17}"/>
          </ac:spMkLst>
        </pc:spChg>
        <pc:spChg chg="add">
          <ac:chgData name="Om Patil" userId="c9085923bf754879" providerId="LiveId" clId="{1CF6DD45-2909-458B-8906-F94C51CBB573}" dt="2026-09-10T05:44:18.140" v="238" actId="22"/>
          <ac:spMkLst>
            <pc:docMk/>
            <pc:sldMk cId="535009853" sldId="287"/>
            <ac:spMk id="102" creationId="{14C45068-E0A0-07A6-C2F1-5D29DBBB65A5}"/>
          </ac:spMkLst>
        </pc:spChg>
        <pc:spChg chg="add">
          <ac:chgData name="Om Patil" userId="c9085923bf754879" providerId="LiveId" clId="{1CF6DD45-2909-458B-8906-F94C51CBB573}" dt="2026-09-10T05:44:18.140" v="238" actId="22"/>
          <ac:spMkLst>
            <pc:docMk/>
            <pc:sldMk cId="535009853" sldId="287"/>
            <ac:spMk id="116" creationId="{79DFE153-3E4F-58BA-B52A-75931A5D4613}"/>
          </ac:spMkLst>
        </pc:spChg>
        <pc:spChg chg="mod">
          <ac:chgData name="Om Patil" userId="c9085923bf754879" providerId="LiveId" clId="{1CF6DD45-2909-458B-8906-F94C51CBB573}" dt="2026-09-10T05:44:53.210" v="251" actId="1076"/>
          <ac:spMkLst>
            <pc:docMk/>
            <pc:sldMk cId="535009853" sldId="287"/>
            <ac:spMk id="126" creationId="{A426678F-036B-1B3E-577D-AABA461E626C}"/>
          </ac:spMkLst>
        </pc:spChg>
        <pc:spChg chg="add">
          <ac:chgData name="Om Patil" userId="c9085923bf754879" providerId="LiveId" clId="{1CF6DD45-2909-458B-8906-F94C51CBB573}" dt="2026-09-10T05:44:18.140" v="238" actId="22"/>
          <ac:spMkLst>
            <pc:docMk/>
            <pc:sldMk cId="535009853" sldId="287"/>
            <ac:spMk id="134" creationId="{A0CFE61F-8C34-8474-3739-7E61354A5CEA}"/>
          </ac:spMkLst>
        </pc:spChg>
        <pc:spChg chg="add">
          <ac:chgData name="Om Patil" userId="c9085923bf754879" providerId="LiveId" clId="{1CF6DD45-2909-458B-8906-F94C51CBB573}" dt="2026-09-10T05:44:18.140" v="238" actId="22"/>
          <ac:spMkLst>
            <pc:docMk/>
            <pc:sldMk cId="535009853" sldId="287"/>
            <ac:spMk id="146" creationId="{C1FA04D6-95FF-CA61-BD27-FD0670456A4F}"/>
          </ac:spMkLst>
        </pc:spChg>
        <pc:spChg chg="add">
          <ac:chgData name="Om Patil" userId="c9085923bf754879" providerId="LiveId" clId="{1CF6DD45-2909-458B-8906-F94C51CBB573}" dt="2026-09-10T05:44:18.140" v="238" actId="22"/>
          <ac:spMkLst>
            <pc:docMk/>
            <pc:sldMk cId="535009853" sldId="287"/>
            <ac:spMk id="152" creationId="{24B8878A-F71A-236B-E222-CBB64CCEA506}"/>
          </ac:spMkLst>
        </pc:spChg>
        <pc:spChg chg="mod">
          <ac:chgData name="Om Patil" userId="c9085923bf754879" providerId="LiveId" clId="{1CF6DD45-2909-458B-8906-F94C51CBB573}" dt="2026-09-10T05:44:28.909" v="240" actId="1076"/>
          <ac:spMkLst>
            <pc:docMk/>
            <pc:sldMk cId="535009853" sldId="287"/>
            <ac:spMk id="156" creationId="{17383DE4-2DB1-B7F8-9BC3-3EE708D2ADE8}"/>
          </ac:spMkLst>
        </pc:spChg>
        <pc:spChg chg="del">
          <ac:chgData name="Om Patil" userId="c9085923bf754879" providerId="LiveId" clId="{1CF6DD45-2909-458B-8906-F94C51CBB573}" dt="2026-09-10T05:45:21.091" v="258" actId="478"/>
          <ac:spMkLst>
            <pc:docMk/>
            <pc:sldMk cId="535009853" sldId="287"/>
            <ac:spMk id="164" creationId="{040691E9-FC89-322E-D6E1-52FDA809B954}"/>
          </ac:spMkLst>
        </pc:spChg>
        <pc:spChg chg="del">
          <ac:chgData name="Om Patil" userId="c9085923bf754879" providerId="LiveId" clId="{1CF6DD45-2909-458B-8906-F94C51CBB573}" dt="2026-09-10T05:45:20.325" v="257" actId="478"/>
          <ac:spMkLst>
            <pc:docMk/>
            <pc:sldMk cId="535009853" sldId="287"/>
            <ac:spMk id="166" creationId="{2BE382DA-9602-9CB8-2105-86EB71372EF7}"/>
          </ac:spMkLst>
        </pc:spChg>
        <pc:spChg chg="add">
          <ac:chgData name="Om Patil" userId="c9085923bf754879" providerId="LiveId" clId="{1CF6DD45-2909-458B-8906-F94C51CBB573}" dt="2026-09-10T05:44:18.140" v="238" actId="22"/>
          <ac:spMkLst>
            <pc:docMk/>
            <pc:sldMk cId="535009853" sldId="287"/>
            <ac:spMk id="170" creationId="{8BBB07FB-0303-0C64-C4A5-CEBE02578109}"/>
          </ac:spMkLst>
        </pc:spChg>
        <pc:spChg chg="add">
          <ac:chgData name="Om Patil" userId="c9085923bf754879" providerId="LiveId" clId="{1CF6DD45-2909-458B-8906-F94C51CBB573}" dt="2026-09-10T05:44:18.140" v="238" actId="22"/>
          <ac:spMkLst>
            <pc:docMk/>
            <pc:sldMk cId="535009853" sldId="287"/>
            <ac:spMk id="172" creationId="{713D0163-E4F4-C3D0-6C39-D43EF28D72CA}"/>
          </ac:spMkLst>
        </pc:spChg>
        <pc:spChg chg="add">
          <ac:chgData name="Om Patil" userId="c9085923bf754879" providerId="LiveId" clId="{1CF6DD45-2909-458B-8906-F94C51CBB573}" dt="2026-09-10T05:44:18.140" v="238" actId="22"/>
          <ac:spMkLst>
            <pc:docMk/>
            <pc:sldMk cId="535009853" sldId="287"/>
            <ac:spMk id="174" creationId="{0D813FF7-B48A-0D25-4312-C3F6EC0B9F52}"/>
          </ac:spMkLst>
        </pc:spChg>
        <pc:spChg chg="add mod ord">
          <ac:chgData name="Om Patil" userId="c9085923bf754879" providerId="LiveId" clId="{1CF6DD45-2909-458B-8906-F94C51CBB573}" dt="2026-09-10T05:44:56.819" v="252" actId="1076"/>
          <ac:spMkLst>
            <pc:docMk/>
            <pc:sldMk cId="535009853" sldId="287"/>
            <ac:spMk id="184" creationId="{8EEC933A-ABCB-1E42-62FC-125F76E2654A}"/>
          </ac:spMkLst>
        </pc:spChg>
        <pc:spChg chg="add mod ord">
          <ac:chgData name="Om Patil" userId="c9085923bf754879" providerId="LiveId" clId="{1CF6DD45-2909-458B-8906-F94C51CBB573}" dt="2026-09-10T05:45:52.939" v="265" actId="1076"/>
          <ac:spMkLst>
            <pc:docMk/>
            <pc:sldMk cId="535009853" sldId="287"/>
            <ac:spMk id="186" creationId="{A0790379-679F-BD6B-3563-10E2EE04D6F6}"/>
          </ac:spMkLst>
        </pc:spChg>
        <pc:graphicFrameChg chg="add del mod modGraphic">
          <ac:chgData name="Om Patil" userId="c9085923bf754879" providerId="LiveId" clId="{1CF6DD45-2909-458B-8906-F94C51CBB573}" dt="2026-09-10T03:56:19.067" v="232" actId="478"/>
          <ac:graphicFrameMkLst>
            <pc:docMk/>
            <pc:sldMk cId="535009853" sldId="287"/>
            <ac:graphicFrameMk id="5" creationId="{39BC2AC7-177B-E349-E6F0-FE0FD49DE052}"/>
          </ac:graphicFrameMkLst>
        </pc:graphicFrameChg>
      </pc:sldChg>
      <pc:sldChg chg="addSp modSp new del mod">
        <pc:chgData name="Om Patil" userId="c9085923bf754879" providerId="LiveId" clId="{1CF6DD45-2909-458B-8906-F94C51CBB573}" dt="2026-09-09T11:27:03.157" v="174" actId="2696"/>
        <pc:sldMkLst>
          <pc:docMk/>
          <pc:sldMk cId="3317061003" sldId="287"/>
        </pc:sldMkLst>
        <pc:spChg chg="add mod">
          <ac:chgData name="Om Patil" userId="c9085923bf754879" providerId="LiveId" clId="{1CF6DD45-2909-458B-8906-F94C51CBB573}" dt="2026-09-09T11:26:33.213" v="172" actId="403"/>
          <ac:spMkLst>
            <pc:docMk/>
            <pc:sldMk cId="3317061003" sldId="287"/>
            <ac:spMk id="3" creationId="{78458C79-FC88-C659-9950-08D0D68AB924}"/>
          </ac:spMkLst>
        </pc:spChg>
        <pc:spChg chg="add mod">
          <ac:chgData name="Om Patil" userId="c9085923bf754879" providerId="LiveId" clId="{1CF6DD45-2909-458B-8906-F94C51CBB573}" dt="2026-09-09T11:26:37.651" v="173" actId="1076"/>
          <ac:spMkLst>
            <pc:docMk/>
            <pc:sldMk cId="3317061003" sldId="287"/>
            <ac:spMk id="5" creationId="{1C5102BA-95B0-8FA3-C5F0-0F2A0168987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E3205B-00A3-49D8-9072-E3AAF1437476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16DFEC9-D52E-46A7-A131-5F7938AC818F}">
      <dgm:prSet phldrT="[Text]" phldr="0"/>
      <dgm:spPr/>
      <dgm:t>
        <a:bodyPr/>
        <a:lstStyle/>
        <a:p>
          <a:r>
            <a:rPr lang="en-IN" dirty="0"/>
            <a:t> </a:t>
          </a:r>
        </a:p>
      </dgm:t>
    </dgm:pt>
    <dgm:pt modelId="{A67149E7-1952-4FDE-A488-0CBE0CE3F33B}" type="parTrans" cxnId="{543DB8D8-732F-4FCA-9724-6887C726583E}">
      <dgm:prSet/>
      <dgm:spPr/>
      <dgm:t>
        <a:bodyPr/>
        <a:lstStyle/>
        <a:p>
          <a:endParaRPr lang="en-IN"/>
        </a:p>
      </dgm:t>
    </dgm:pt>
    <dgm:pt modelId="{054C7895-E2C6-491F-830F-EF7AAB58DC3F}" type="sibTrans" cxnId="{543DB8D8-732F-4FCA-9724-6887C726583E}">
      <dgm:prSet/>
      <dgm:spPr/>
      <dgm:t>
        <a:bodyPr/>
        <a:lstStyle/>
        <a:p>
          <a:endParaRPr lang="en-IN"/>
        </a:p>
      </dgm:t>
    </dgm:pt>
    <dgm:pt modelId="{78A609BE-F79A-4319-A080-30C3D1DB08B1}">
      <dgm:prSet phldrT="[Text]" custT="1"/>
      <dgm:spPr/>
      <dgm:t>
        <a:bodyPr/>
        <a:lstStyle/>
        <a:p>
          <a:r>
            <a:rPr lang="en-US" sz="1400" b="1" dirty="0">
              <a:ea typeface="+mn-lt"/>
              <a:cs typeface="+mn-lt"/>
            </a:rPr>
            <a:t>EXISTING SYSTEMS</a:t>
          </a:r>
          <a:endParaRPr lang="en-IN" sz="1400" b="1" dirty="0"/>
        </a:p>
      </dgm:t>
    </dgm:pt>
    <dgm:pt modelId="{DEEC846A-1705-419F-A39F-580C04270B3A}" type="parTrans" cxnId="{A129E9D9-B3D0-4A0C-8F44-CA28999B833B}">
      <dgm:prSet/>
      <dgm:spPr/>
      <dgm:t>
        <a:bodyPr/>
        <a:lstStyle/>
        <a:p>
          <a:endParaRPr lang="en-IN"/>
        </a:p>
      </dgm:t>
    </dgm:pt>
    <dgm:pt modelId="{519174DD-82BE-433D-AA0B-13288FCE8825}" type="sibTrans" cxnId="{A129E9D9-B3D0-4A0C-8F44-CA28999B833B}">
      <dgm:prSet/>
      <dgm:spPr/>
      <dgm:t>
        <a:bodyPr/>
        <a:lstStyle/>
        <a:p>
          <a:endParaRPr lang="en-IN"/>
        </a:p>
      </dgm:t>
    </dgm:pt>
    <dgm:pt modelId="{8CAC4602-1A89-48EC-97B9-A0F7CC46B04C}">
      <dgm:prSet phldrT="[Text]" phldr="0"/>
      <dgm:spPr/>
      <dgm:t>
        <a:bodyPr/>
        <a:lstStyle/>
        <a:p>
          <a:r>
            <a:rPr lang="en-IN" dirty="0"/>
            <a:t> </a:t>
          </a:r>
        </a:p>
      </dgm:t>
    </dgm:pt>
    <dgm:pt modelId="{51D57D24-E8A7-49D6-9A77-F9AC29A97394}" type="parTrans" cxnId="{A71EDD59-987B-41E0-9CF0-F975745629AB}">
      <dgm:prSet/>
      <dgm:spPr/>
      <dgm:t>
        <a:bodyPr/>
        <a:lstStyle/>
        <a:p>
          <a:endParaRPr lang="en-IN"/>
        </a:p>
      </dgm:t>
    </dgm:pt>
    <dgm:pt modelId="{1084AB73-3FFC-4D68-954C-FA03B55E92FF}" type="sibTrans" cxnId="{A71EDD59-987B-41E0-9CF0-F975745629AB}">
      <dgm:prSet/>
      <dgm:spPr/>
      <dgm:t>
        <a:bodyPr/>
        <a:lstStyle/>
        <a:p>
          <a:endParaRPr lang="en-IN"/>
        </a:p>
      </dgm:t>
    </dgm:pt>
    <dgm:pt modelId="{152A051C-3A46-4665-A7A4-59549467692C}">
      <dgm:prSet phldrT="[Text]" custT="1"/>
      <dgm:spPr/>
      <dgm:t>
        <a:bodyPr/>
        <a:lstStyle/>
        <a:p>
          <a:pPr>
            <a:buFont typeface="Arial"/>
            <a:buChar char="•"/>
          </a:pPr>
          <a:r>
            <a:rPr lang="en-US" sz="1200" b="1" dirty="0"/>
            <a:t>LIMITATION</a:t>
          </a:r>
          <a:endParaRPr lang="en-IN" sz="1200" b="1" dirty="0"/>
        </a:p>
      </dgm:t>
    </dgm:pt>
    <dgm:pt modelId="{823EBA54-96EE-4497-9F13-DB38698970A0}" type="parTrans" cxnId="{CB352BF2-3F90-495C-ADC2-F56E101AFF00}">
      <dgm:prSet/>
      <dgm:spPr/>
      <dgm:t>
        <a:bodyPr/>
        <a:lstStyle/>
        <a:p>
          <a:endParaRPr lang="en-IN"/>
        </a:p>
      </dgm:t>
    </dgm:pt>
    <dgm:pt modelId="{5D76FDC3-5AF1-4388-AFA9-DE6BCA2E73D2}" type="sibTrans" cxnId="{CB352BF2-3F90-495C-ADC2-F56E101AFF00}">
      <dgm:prSet/>
      <dgm:spPr/>
      <dgm:t>
        <a:bodyPr/>
        <a:lstStyle/>
        <a:p>
          <a:endParaRPr lang="en-IN"/>
        </a:p>
      </dgm:t>
    </dgm:pt>
    <dgm:pt modelId="{5536E46E-5BF3-49C1-9154-B72A6AAFA62F}">
      <dgm:prSet phldrT="[Text]" phldr="0"/>
      <dgm:spPr/>
      <dgm:t>
        <a:bodyPr/>
        <a:lstStyle/>
        <a:p>
          <a:r>
            <a:rPr lang="en-IN" dirty="0"/>
            <a:t> </a:t>
          </a:r>
        </a:p>
      </dgm:t>
    </dgm:pt>
    <dgm:pt modelId="{D8D95990-30B4-4BCA-B40B-C1D870C2C85B}" type="parTrans" cxnId="{D2C31BF5-C942-4148-9406-D45B8FF53397}">
      <dgm:prSet/>
      <dgm:spPr/>
      <dgm:t>
        <a:bodyPr/>
        <a:lstStyle/>
        <a:p>
          <a:endParaRPr lang="en-IN"/>
        </a:p>
      </dgm:t>
    </dgm:pt>
    <dgm:pt modelId="{0D98414B-C050-4204-A8BD-4A4310A5F932}" type="sibTrans" cxnId="{D2C31BF5-C942-4148-9406-D45B8FF53397}">
      <dgm:prSet/>
      <dgm:spPr/>
      <dgm:t>
        <a:bodyPr/>
        <a:lstStyle/>
        <a:p>
          <a:endParaRPr lang="en-IN"/>
        </a:p>
      </dgm:t>
    </dgm:pt>
    <dgm:pt modelId="{0835CB1D-4C73-417F-AF53-D4B0BC3EF74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>
              <a:ea typeface="+mn-lt"/>
              <a:cs typeface="+mn-lt"/>
            </a:rPr>
            <a:t>PROPOSED APPROACH</a:t>
          </a:r>
          <a:endParaRPr lang="en-IN" b="1" dirty="0"/>
        </a:p>
      </dgm:t>
    </dgm:pt>
    <dgm:pt modelId="{3EA0041E-E754-43C5-82D3-01CA4F93ACF9}" type="parTrans" cxnId="{D8DCAF60-18FE-4B2D-953A-3D54E8DF68B2}">
      <dgm:prSet/>
      <dgm:spPr/>
      <dgm:t>
        <a:bodyPr/>
        <a:lstStyle/>
        <a:p>
          <a:endParaRPr lang="en-IN"/>
        </a:p>
      </dgm:t>
    </dgm:pt>
    <dgm:pt modelId="{F85B17E5-FF48-4F13-9645-177AB40DCE9E}" type="sibTrans" cxnId="{D8DCAF60-18FE-4B2D-953A-3D54E8DF68B2}">
      <dgm:prSet/>
      <dgm:spPr/>
      <dgm:t>
        <a:bodyPr/>
        <a:lstStyle/>
        <a:p>
          <a:endParaRPr lang="en-IN"/>
        </a:p>
      </dgm:t>
    </dgm:pt>
    <dgm:pt modelId="{046ABF6D-0F0C-4ADC-8344-5B148CB791AE}">
      <dgm:prSet custT="1"/>
      <dgm:spPr/>
      <dgm:t>
        <a:bodyPr/>
        <a:lstStyle/>
        <a:p>
          <a:r>
            <a:rPr lang="en-US" sz="1400" dirty="0">
              <a:ea typeface="+mn-lt"/>
              <a:cs typeface="+mn-lt"/>
            </a:rPr>
            <a:t>Most existing yoga systems focus mainly on recognizing or classifying the yoga pose rather than </a:t>
          </a:r>
          <a:r>
            <a:rPr lang="en-US" sz="1400" dirty="0" err="1">
              <a:ea typeface="+mn-lt"/>
              <a:cs typeface="+mn-lt"/>
            </a:rPr>
            <a:t>analysing</a:t>
          </a:r>
          <a:r>
            <a:rPr lang="en-US" sz="1400" dirty="0">
              <a:ea typeface="+mn-lt"/>
              <a:cs typeface="+mn-lt"/>
            </a:rPr>
            <a:t> the quality of its execution.</a:t>
          </a:r>
        </a:p>
      </dgm:t>
    </dgm:pt>
    <dgm:pt modelId="{24BE8FE7-FB1F-4B7F-886F-8962D5C44B8A}" type="parTrans" cxnId="{8BD1A8D3-E5A6-4D72-BC9E-133D1E2D52DA}">
      <dgm:prSet/>
      <dgm:spPr/>
      <dgm:t>
        <a:bodyPr/>
        <a:lstStyle/>
        <a:p>
          <a:endParaRPr lang="en-IN"/>
        </a:p>
      </dgm:t>
    </dgm:pt>
    <dgm:pt modelId="{F1C53A0C-6D81-4A82-9949-A86E5A0C0797}" type="sibTrans" cxnId="{8BD1A8D3-E5A6-4D72-BC9E-133D1E2D52DA}">
      <dgm:prSet/>
      <dgm:spPr/>
      <dgm:t>
        <a:bodyPr/>
        <a:lstStyle/>
        <a:p>
          <a:endParaRPr lang="en-IN"/>
        </a:p>
      </dgm:t>
    </dgm:pt>
    <dgm:pt modelId="{301ED7C9-EC6C-48FE-99F1-6C776738EE19}">
      <dgm:prSet custT="1"/>
      <dgm:spPr/>
      <dgm:t>
        <a:bodyPr/>
        <a:lstStyle/>
        <a:p>
          <a:r>
            <a:rPr lang="en-US" sz="1400" dirty="0">
              <a:ea typeface="+mn-lt"/>
              <a:cs typeface="+mn-lt"/>
            </a:rPr>
            <a:t>Pose recognition</a:t>
          </a:r>
        </a:p>
      </dgm:t>
    </dgm:pt>
    <dgm:pt modelId="{243A1EFE-B337-443C-8195-493161903B0C}" type="parTrans" cxnId="{A0C98253-AD94-4B79-BB1D-12A08CC5ADBE}">
      <dgm:prSet/>
      <dgm:spPr/>
      <dgm:t>
        <a:bodyPr/>
        <a:lstStyle/>
        <a:p>
          <a:endParaRPr lang="en-IN"/>
        </a:p>
      </dgm:t>
    </dgm:pt>
    <dgm:pt modelId="{4DD0CD3A-5078-4147-885E-625A8A4AFE9E}" type="sibTrans" cxnId="{A0C98253-AD94-4B79-BB1D-12A08CC5ADBE}">
      <dgm:prSet/>
      <dgm:spPr/>
      <dgm:t>
        <a:bodyPr/>
        <a:lstStyle/>
        <a:p>
          <a:endParaRPr lang="en-IN"/>
        </a:p>
      </dgm:t>
    </dgm:pt>
    <dgm:pt modelId="{58204A9B-1FA9-4274-981E-04C65C9EB292}">
      <dgm:prSet custT="1"/>
      <dgm:spPr/>
      <dgm:t>
        <a:bodyPr/>
        <a:lstStyle/>
        <a:p>
          <a:r>
            <a:rPr lang="en-US" sz="1400" dirty="0">
              <a:ea typeface="+mn-lt"/>
              <a:cs typeface="+mn-lt"/>
            </a:rPr>
            <a:t>correct/incorrect</a:t>
          </a:r>
        </a:p>
      </dgm:t>
    </dgm:pt>
    <dgm:pt modelId="{302C3045-B15A-440C-B85D-027E12E95BC7}" type="parTrans" cxnId="{EEB9F24C-4D64-4B21-BAD2-DD3963A8B3EF}">
      <dgm:prSet/>
      <dgm:spPr/>
      <dgm:t>
        <a:bodyPr/>
        <a:lstStyle/>
        <a:p>
          <a:endParaRPr lang="en-IN"/>
        </a:p>
      </dgm:t>
    </dgm:pt>
    <dgm:pt modelId="{134665E4-08CD-441A-B7F1-4611007A36DD}" type="sibTrans" cxnId="{EEB9F24C-4D64-4B21-BAD2-DD3963A8B3EF}">
      <dgm:prSet/>
      <dgm:spPr/>
      <dgm:t>
        <a:bodyPr/>
        <a:lstStyle/>
        <a:p>
          <a:endParaRPr lang="en-IN"/>
        </a:p>
      </dgm:t>
    </dgm:pt>
    <dgm:pt modelId="{C8C4F9D9-2277-4ABA-987C-AF254AABA962}">
      <dgm:prSet custT="1"/>
      <dgm:spPr/>
      <dgm:t>
        <a:bodyPr/>
        <a:lstStyle/>
        <a:p>
          <a:r>
            <a:rPr lang="en-US" sz="1200" dirty="0"/>
            <a:t>Pose recognition alone does not provide detailed information about the posture error.</a:t>
          </a:r>
        </a:p>
      </dgm:t>
    </dgm:pt>
    <dgm:pt modelId="{7076B788-0851-4200-A738-FEEB15E8D17D}" type="parTrans" cxnId="{D4F8763B-41A8-41AA-B248-FF4B19C32A76}">
      <dgm:prSet/>
      <dgm:spPr/>
      <dgm:t>
        <a:bodyPr/>
        <a:lstStyle/>
        <a:p>
          <a:endParaRPr lang="en-IN"/>
        </a:p>
      </dgm:t>
    </dgm:pt>
    <dgm:pt modelId="{C89D90C9-6EA6-42F1-B626-A3A46E8F37F2}" type="sibTrans" cxnId="{D4F8763B-41A8-41AA-B248-FF4B19C32A76}">
      <dgm:prSet/>
      <dgm:spPr/>
      <dgm:t>
        <a:bodyPr/>
        <a:lstStyle/>
        <a:p>
          <a:endParaRPr lang="en-IN"/>
        </a:p>
      </dgm:t>
    </dgm:pt>
    <dgm:pt modelId="{3FF1AB6D-2DDB-4724-9A87-AE8A261D899A}">
      <dgm:prSet custT="1"/>
      <dgm:spPr/>
      <dgm:t>
        <a:bodyPr/>
        <a:lstStyle/>
        <a:p>
          <a:r>
            <a:rPr lang="en-US" sz="1200" dirty="0"/>
            <a:t>It cannot determine:</a:t>
          </a:r>
        </a:p>
      </dgm:t>
    </dgm:pt>
    <dgm:pt modelId="{22E84829-BD58-46C8-9360-56B45AFD83B8}" type="parTrans" cxnId="{30EB7781-DE14-4287-9F70-3DB448736FF3}">
      <dgm:prSet/>
      <dgm:spPr/>
      <dgm:t>
        <a:bodyPr/>
        <a:lstStyle/>
        <a:p>
          <a:endParaRPr lang="en-IN"/>
        </a:p>
      </dgm:t>
    </dgm:pt>
    <dgm:pt modelId="{33FFF3A3-77D8-43D5-A26D-1E0EA33185B4}" type="sibTrans" cxnId="{30EB7781-DE14-4287-9F70-3DB448736FF3}">
      <dgm:prSet/>
      <dgm:spPr/>
      <dgm:t>
        <a:bodyPr/>
        <a:lstStyle/>
        <a:p>
          <a:endParaRPr lang="en-IN"/>
        </a:p>
      </dgm:t>
    </dgm:pt>
    <dgm:pt modelId="{776F8BA2-4BC1-40C5-BA64-36B64408550D}">
      <dgm:prSet custT="1"/>
      <dgm:spPr/>
      <dgm:t>
        <a:bodyPr/>
        <a:lstStyle/>
        <a:p>
          <a:pPr>
            <a:buNone/>
          </a:pPr>
          <a:r>
            <a:rPr lang="en-US" sz="1200" dirty="0"/>
            <a:t>	Which joint is misaligned, How much the joint deviates, How severe the error is, What correction the user should perform</a:t>
          </a:r>
        </a:p>
      </dgm:t>
    </dgm:pt>
    <dgm:pt modelId="{58C70997-6C81-4E88-87C7-8A2ACC187B52}" type="parTrans" cxnId="{1F47E4A4-8C5A-43DC-A563-37EF3D440AAD}">
      <dgm:prSet/>
      <dgm:spPr/>
      <dgm:t>
        <a:bodyPr/>
        <a:lstStyle/>
        <a:p>
          <a:endParaRPr lang="en-IN"/>
        </a:p>
      </dgm:t>
    </dgm:pt>
    <dgm:pt modelId="{CB4C7D43-A13D-4A2D-8669-17B252A20B42}" type="sibTrans" cxnId="{1F47E4A4-8C5A-43DC-A563-37EF3D440AAD}">
      <dgm:prSet/>
      <dgm:spPr/>
      <dgm:t>
        <a:bodyPr/>
        <a:lstStyle/>
        <a:p>
          <a:endParaRPr lang="en-IN"/>
        </a:p>
      </dgm:t>
    </dgm:pt>
    <dgm:pt modelId="{1B11C991-AEA7-438A-99B1-BDF531BB8AF9}">
      <dgm:prSet custT="1"/>
      <dgm:spPr/>
      <dgm:t>
        <a:bodyPr/>
        <a:lstStyle/>
        <a:p>
          <a:endParaRPr lang="en-US" sz="1200" dirty="0"/>
        </a:p>
      </dgm:t>
    </dgm:pt>
    <dgm:pt modelId="{E0ED6F59-B468-4C8C-A868-C9EDF5ABA2F7}" type="parTrans" cxnId="{6C3C4026-7212-435F-8E4F-E6AE3838A63F}">
      <dgm:prSet/>
      <dgm:spPr/>
      <dgm:t>
        <a:bodyPr/>
        <a:lstStyle/>
        <a:p>
          <a:endParaRPr lang="en-IN"/>
        </a:p>
      </dgm:t>
    </dgm:pt>
    <dgm:pt modelId="{1DDB3D0E-881E-4680-9FE4-B8992440A305}" type="sibTrans" cxnId="{6C3C4026-7212-435F-8E4F-E6AE3838A63F}">
      <dgm:prSet/>
      <dgm:spPr/>
      <dgm:t>
        <a:bodyPr/>
        <a:lstStyle/>
        <a:p>
          <a:endParaRPr lang="en-IN"/>
        </a:p>
      </dgm:t>
    </dgm:pt>
    <dgm:pt modelId="{DBEBBC13-56D8-4744-BC9D-D20A1ABDAF07}">
      <dgm:prSet/>
      <dgm:spPr/>
      <dgm:t>
        <a:bodyPr/>
        <a:lstStyle/>
        <a:p>
          <a:endParaRPr lang="en-US" dirty="0"/>
        </a:p>
      </dgm:t>
    </dgm:pt>
    <dgm:pt modelId="{58D47B3F-3A0B-4BE1-AE37-B64F0016FA4C}" type="parTrans" cxnId="{5CF2FD01-B420-4EA6-A1F7-0A34EAC3BA20}">
      <dgm:prSet/>
      <dgm:spPr/>
      <dgm:t>
        <a:bodyPr/>
        <a:lstStyle/>
        <a:p>
          <a:endParaRPr lang="en-IN"/>
        </a:p>
      </dgm:t>
    </dgm:pt>
    <dgm:pt modelId="{056F3DD8-1764-44D2-9077-6014EAD80FF2}" type="sibTrans" cxnId="{5CF2FD01-B420-4EA6-A1F7-0A34EAC3BA20}">
      <dgm:prSet/>
      <dgm:spPr/>
      <dgm:t>
        <a:bodyPr/>
        <a:lstStyle/>
        <a:p>
          <a:endParaRPr lang="en-IN"/>
        </a:p>
      </dgm:t>
    </dgm:pt>
    <dgm:pt modelId="{65EEAB5A-C254-4E04-8097-6F27A63E5891}">
      <dgm:prSet/>
      <dgm:spPr/>
      <dgm:t>
        <a:bodyPr/>
        <a:lstStyle/>
        <a:p>
          <a:r>
            <a:rPr lang="en-US" dirty="0">
              <a:ea typeface="+mn-lt"/>
              <a:cs typeface="+mn-lt"/>
            </a:rPr>
            <a:t>Joint-level posture analysis goes beyond simply recognizing the yoga pose.</a:t>
          </a:r>
        </a:p>
      </dgm:t>
    </dgm:pt>
    <dgm:pt modelId="{3B935DBC-3BB9-429D-99CF-4EB0F6D1237B}" type="parTrans" cxnId="{D2A25B14-F79F-4162-83F4-CAB78B704DE1}">
      <dgm:prSet/>
      <dgm:spPr/>
      <dgm:t>
        <a:bodyPr/>
        <a:lstStyle/>
        <a:p>
          <a:endParaRPr lang="en-IN"/>
        </a:p>
      </dgm:t>
    </dgm:pt>
    <dgm:pt modelId="{F04E5379-3216-48FA-BA3C-B011D115E75D}" type="sibTrans" cxnId="{D2A25B14-F79F-4162-83F4-CAB78B704DE1}">
      <dgm:prSet/>
      <dgm:spPr/>
      <dgm:t>
        <a:bodyPr/>
        <a:lstStyle/>
        <a:p>
          <a:endParaRPr lang="en-IN"/>
        </a:p>
      </dgm:t>
    </dgm:pt>
    <dgm:pt modelId="{F882C075-0401-4C7B-905B-132118EFBB8E}">
      <dgm:prSet/>
      <dgm:spPr/>
      <dgm:t>
        <a:bodyPr/>
        <a:lstStyle/>
        <a:p>
          <a:r>
            <a:rPr lang="en-US">
              <a:ea typeface="+mn-lt"/>
              <a:cs typeface="+mn-lt"/>
            </a:rPr>
            <a:t>The system analyses:</a:t>
          </a:r>
          <a:endParaRPr lang="en-US" dirty="0"/>
        </a:p>
      </dgm:t>
    </dgm:pt>
    <dgm:pt modelId="{9B734EB4-4786-4725-B90A-12ECF997369E}" type="parTrans" cxnId="{440EF7A9-9342-4DD6-8D46-4B567EEB6B9C}">
      <dgm:prSet/>
      <dgm:spPr/>
      <dgm:t>
        <a:bodyPr/>
        <a:lstStyle/>
        <a:p>
          <a:endParaRPr lang="en-IN"/>
        </a:p>
      </dgm:t>
    </dgm:pt>
    <dgm:pt modelId="{A4DAF63C-2EA1-44B8-A595-2FF6A687BEF3}" type="sibTrans" cxnId="{440EF7A9-9342-4DD6-8D46-4B567EEB6B9C}">
      <dgm:prSet/>
      <dgm:spPr/>
      <dgm:t>
        <a:bodyPr/>
        <a:lstStyle/>
        <a:p>
          <a:endParaRPr lang="en-IN"/>
        </a:p>
      </dgm:t>
    </dgm:pt>
    <dgm:pt modelId="{03133A9E-2D29-4C3F-BD57-4AB6D8187526}">
      <dgm:prSet/>
      <dgm:spPr/>
      <dgm:t>
        <a:bodyPr/>
        <a:lstStyle/>
        <a:p>
          <a:r>
            <a:rPr lang="en-US" dirty="0">
              <a:ea typeface="+mn-lt"/>
              <a:cs typeface="+mn-lt"/>
            </a:rPr>
            <a:t>Camera Input, Pose Estimation, Joint-Level Analysis, Deviation Magnitude, Error Severity,  Specific Correction</a:t>
          </a:r>
        </a:p>
      </dgm:t>
    </dgm:pt>
    <dgm:pt modelId="{7148D28B-0E7B-4157-9FC7-7427196C7508}" type="parTrans" cxnId="{8731EAB5-6CF1-47C8-9D6F-CC74CF6AEFF8}">
      <dgm:prSet/>
      <dgm:spPr/>
      <dgm:t>
        <a:bodyPr/>
        <a:lstStyle/>
        <a:p>
          <a:endParaRPr lang="en-IN"/>
        </a:p>
      </dgm:t>
    </dgm:pt>
    <dgm:pt modelId="{098C5A65-D516-4E37-A888-409A29F94519}" type="sibTrans" cxnId="{8731EAB5-6CF1-47C8-9D6F-CC74CF6AEFF8}">
      <dgm:prSet/>
      <dgm:spPr/>
      <dgm:t>
        <a:bodyPr/>
        <a:lstStyle/>
        <a:p>
          <a:endParaRPr lang="en-IN"/>
        </a:p>
      </dgm:t>
    </dgm:pt>
    <dgm:pt modelId="{B30FF537-E1B4-42E4-A8E6-C88691E017BB}" type="pres">
      <dgm:prSet presAssocID="{2DE3205B-00A3-49D8-9072-E3AAF1437476}" presName="linearFlow" presStyleCnt="0">
        <dgm:presLayoutVars>
          <dgm:dir/>
          <dgm:animLvl val="lvl"/>
          <dgm:resizeHandles val="exact"/>
        </dgm:presLayoutVars>
      </dgm:prSet>
      <dgm:spPr/>
    </dgm:pt>
    <dgm:pt modelId="{58775C98-6848-4016-B43E-1F8713769BCC}" type="pres">
      <dgm:prSet presAssocID="{D16DFEC9-D52E-46A7-A131-5F7938AC818F}" presName="composite" presStyleCnt="0"/>
      <dgm:spPr/>
    </dgm:pt>
    <dgm:pt modelId="{C050CBB8-12EC-4E60-8FAD-F48F8B909B2A}" type="pres">
      <dgm:prSet presAssocID="{D16DFEC9-D52E-46A7-A131-5F7938AC818F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C9146130-9C40-4D91-833A-24FEBB041AF1}" type="pres">
      <dgm:prSet presAssocID="{D16DFEC9-D52E-46A7-A131-5F7938AC818F}" presName="descendantText" presStyleLbl="alignAcc1" presStyleIdx="0" presStyleCnt="3">
        <dgm:presLayoutVars>
          <dgm:bulletEnabled val="1"/>
        </dgm:presLayoutVars>
      </dgm:prSet>
      <dgm:spPr/>
    </dgm:pt>
    <dgm:pt modelId="{0AE93EBD-85C5-4411-BA1C-AD22AE9C54F5}" type="pres">
      <dgm:prSet presAssocID="{054C7895-E2C6-491F-830F-EF7AAB58DC3F}" presName="sp" presStyleCnt="0"/>
      <dgm:spPr/>
    </dgm:pt>
    <dgm:pt modelId="{04821221-E74E-44ED-8BE6-75734C0D33CF}" type="pres">
      <dgm:prSet presAssocID="{8CAC4602-1A89-48EC-97B9-A0F7CC46B04C}" presName="composite" presStyleCnt="0"/>
      <dgm:spPr/>
    </dgm:pt>
    <dgm:pt modelId="{2C58E85F-8CCF-441E-B4AC-BFAE2987701D}" type="pres">
      <dgm:prSet presAssocID="{8CAC4602-1A89-48EC-97B9-A0F7CC46B04C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153DBFC0-19A4-4A5F-84D7-EA536BC0B525}" type="pres">
      <dgm:prSet presAssocID="{8CAC4602-1A89-48EC-97B9-A0F7CC46B04C}" presName="descendantText" presStyleLbl="alignAcc1" presStyleIdx="1" presStyleCnt="3">
        <dgm:presLayoutVars>
          <dgm:bulletEnabled val="1"/>
        </dgm:presLayoutVars>
      </dgm:prSet>
      <dgm:spPr/>
    </dgm:pt>
    <dgm:pt modelId="{2159967F-61AB-4D9D-8DCF-38310747DC56}" type="pres">
      <dgm:prSet presAssocID="{1084AB73-3FFC-4D68-954C-FA03B55E92FF}" presName="sp" presStyleCnt="0"/>
      <dgm:spPr/>
    </dgm:pt>
    <dgm:pt modelId="{433CCF07-AC57-4531-953E-09F223BBC70B}" type="pres">
      <dgm:prSet presAssocID="{5536E46E-5BF3-49C1-9154-B72A6AAFA62F}" presName="composite" presStyleCnt="0"/>
      <dgm:spPr/>
    </dgm:pt>
    <dgm:pt modelId="{E5B42374-2C39-4789-AB75-D3B56B3D312F}" type="pres">
      <dgm:prSet presAssocID="{5536E46E-5BF3-49C1-9154-B72A6AAFA62F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F102A563-0C93-4817-B8DB-F2E732E3F726}" type="pres">
      <dgm:prSet presAssocID="{5536E46E-5BF3-49C1-9154-B72A6AAFA62F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5CF2FD01-B420-4EA6-A1F7-0A34EAC3BA20}" srcId="{5536E46E-5BF3-49C1-9154-B72A6AAFA62F}" destId="{DBEBBC13-56D8-4744-BC9D-D20A1ABDAF07}" srcOrd="1" destOrd="0" parTransId="{58D47B3F-3A0B-4BE1-AE37-B64F0016FA4C}" sibTransId="{056F3DD8-1764-44D2-9077-6014EAD80FF2}"/>
    <dgm:cxn modelId="{D1FF6F05-FA1A-464E-9482-2E958BAFC88D}" type="presOf" srcId="{0835CB1D-4C73-417F-AF53-D4B0BC3EF74F}" destId="{F102A563-0C93-4817-B8DB-F2E732E3F726}" srcOrd="0" destOrd="0" presId="urn:microsoft.com/office/officeart/2005/8/layout/chevron2"/>
    <dgm:cxn modelId="{93F8AA0F-DA0C-449D-B6AD-013913EB965C}" type="presOf" srcId="{F882C075-0401-4C7B-905B-132118EFBB8E}" destId="{F102A563-0C93-4817-B8DB-F2E732E3F726}" srcOrd="0" destOrd="3" presId="urn:microsoft.com/office/officeart/2005/8/layout/chevron2"/>
    <dgm:cxn modelId="{D2A25B14-F79F-4162-83F4-CAB78B704DE1}" srcId="{5536E46E-5BF3-49C1-9154-B72A6AAFA62F}" destId="{65EEAB5A-C254-4E04-8097-6F27A63E5891}" srcOrd="2" destOrd="0" parTransId="{3B935DBC-3BB9-429D-99CF-4EB0F6D1237B}" sibTransId="{F04E5379-3216-48FA-BA3C-B011D115E75D}"/>
    <dgm:cxn modelId="{E4FA7B16-5C33-4607-BDDB-F0405459EE03}" type="presOf" srcId="{58204A9B-1FA9-4274-981E-04C65C9EB292}" destId="{C9146130-9C40-4D91-833A-24FEBB041AF1}" srcOrd="0" destOrd="3" presId="urn:microsoft.com/office/officeart/2005/8/layout/chevron2"/>
    <dgm:cxn modelId="{28207B19-3FD6-418A-9D40-BFB7A52B4255}" type="presOf" srcId="{03133A9E-2D29-4C3F-BD57-4AB6D8187526}" destId="{F102A563-0C93-4817-B8DB-F2E732E3F726}" srcOrd="0" destOrd="4" presId="urn:microsoft.com/office/officeart/2005/8/layout/chevron2"/>
    <dgm:cxn modelId="{822ED11F-DA2A-4154-9D85-57AFE6EFCE53}" type="presOf" srcId="{2DE3205B-00A3-49D8-9072-E3AAF1437476}" destId="{B30FF537-E1B4-42E4-A8E6-C88691E017BB}" srcOrd="0" destOrd="0" presId="urn:microsoft.com/office/officeart/2005/8/layout/chevron2"/>
    <dgm:cxn modelId="{6C3C4026-7212-435F-8E4F-E6AE3838A63F}" srcId="{8CAC4602-1A89-48EC-97B9-A0F7CC46B04C}" destId="{1B11C991-AEA7-438A-99B1-BDF531BB8AF9}" srcOrd="3" destOrd="0" parTransId="{E0ED6F59-B468-4C8C-A868-C9EDF5ABA2F7}" sibTransId="{1DDB3D0E-881E-4680-9FE4-B8992440A305}"/>
    <dgm:cxn modelId="{D4F8763B-41A8-41AA-B248-FF4B19C32A76}" srcId="{8CAC4602-1A89-48EC-97B9-A0F7CC46B04C}" destId="{C8C4F9D9-2277-4ABA-987C-AF254AABA962}" srcOrd="1" destOrd="0" parTransId="{7076B788-0851-4200-A738-FEEB15E8D17D}" sibTransId="{C89D90C9-6EA6-42F1-B626-A3A46E8F37F2}"/>
    <dgm:cxn modelId="{D8DCAF60-18FE-4B2D-953A-3D54E8DF68B2}" srcId="{5536E46E-5BF3-49C1-9154-B72A6AAFA62F}" destId="{0835CB1D-4C73-417F-AF53-D4B0BC3EF74F}" srcOrd="0" destOrd="0" parTransId="{3EA0041E-E754-43C5-82D3-01CA4F93ACF9}" sibTransId="{F85B17E5-FF48-4F13-9645-177AB40DCE9E}"/>
    <dgm:cxn modelId="{883ABC44-C69A-493B-8FCB-832FE0A440B2}" type="presOf" srcId="{776F8BA2-4BC1-40C5-BA64-36B64408550D}" destId="{153DBFC0-19A4-4A5F-84D7-EA536BC0B525}" srcOrd="0" destOrd="3" presId="urn:microsoft.com/office/officeart/2005/8/layout/chevron2"/>
    <dgm:cxn modelId="{FF1DAA65-0373-4453-8A3A-1FAED2AE657E}" type="presOf" srcId="{046ABF6D-0F0C-4ADC-8344-5B148CB791AE}" destId="{C9146130-9C40-4D91-833A-24FEBB041AF1}" srcOrd="0" destOrd="1" presId="urn:microsoft.com/office/officeart/2005/8/layout/chevron2"/>
    <dgm:cxn modelId="{EEB9F24C-4D64-4B21-BAD2-DD3963A8B3EF}" srcId="{D16DFEC9-D52E-46A7-A131-5F7938AC818F}" destId="{58204A9B-1FA9-4274-981E-04C65C9EB292}" srcOrd="3" destOrd="0" parTransId="{302C3045-B15A-440C-B85D-027E12E95BC7}" sibTransId="{134665E4-08CD-441A-B7F1-4611007A36DD}"/>
    <dgm:cxn modelId="{5BC0E450-F0CD-474F-8F75-A1D9FD44D64D}" type="presOf" srcId="{78A609BE-F79A-4319-A080-30C3D1DB08B1}" destId="{C9146130-9C40-4D91-833A-24FEBB041AF1}" srcOrd="0" destOrd="0" presId="urn:microsoft.com/office/officeart/2005/8/layout/chevron2"/>
    <dgm:cxn modelId="{A0C98253-AD94-4B79-BB1D-12A08CC5ADBE}" srcId="{D16DFEC9-D52E-46A7-A131-5F7938AC818F}" destId="{301ED7C9-EC6C-48FE-99F1-6C776738EE19}" srcOrd="2" destOrd="0" parTransId="{243A1EFE-B337-443C-8195-493161903B0C}" sibTransId="{4DD0CD3A-5078-4147-885E-625A8A4AFE9E}"/>
    <dgm:cxn modelId="{A71EDD59-987B-41E0-9CF0-F975745629AB}" srcId="{2DE3205B-00A3-49D8-9072-E3AAF1437476}" destId="{8CAC4602-1A89-48EC-97B9-A0F7CC46B04C}" srcOrd="1" destOrd="0" parTransId="{51D57D24-E8A7-49D6-9A77-F9AC29A97394}" sibTransId="{1084AB73-3FFC-4D68-954C-FA03B55E92FF}"/>
    <dgm:cxn modelId="{3E691480-90EC-4EED-89A0-C46D27E1B77F}" type="presOf" srcId="{3FF1AB6D-2DDB-4724-9A87-AE8A261D899A}" destId="{153DBFC0-19A4-4A5F-84D7-EA536BC0B525}" srcOrd="0" destOrd="2" presId="urn:microsoft.com/office/officeart/2005/8/layout/chevron2"/>
    <dgm:cxn modelId="{30EB7781-DE14-4287-9F70-3DB448736FF3}" srcId="{8CAC4602-1A89-48EC-97B9-A0F7CC46B04C}" destId="{3FF1AB6D-2DDB-4724-9A87-AE8A261D899A}" srcOrd="2" destOrd="0" parTransId="{22E84829-BD58-46C8-9360-56B45AFD83B8}" sibTransId="{33FFF3A3-77D8-43D5-A26D-1E0EA33185B4}"/>
    <dgm:cxn modelId="{6B0A4197-90D3-4D59-8AFE-8D90BA40A3F5}" type="presOf" srcId="{DBEBBC13-56D8-4744-BC9D-D20A1ABDAF07}" destId="{F102A563-0C93-4817-B8DB-F2E732E3F726}" srcOrd="0" destOrd="1" presId="urn:microsoft.com/office/officeart/2005/8/layout/chevron2"/>
    <dgm:cxn modelId="{1F47E4A4-8C5A-43DC-A563-37EF3D440AAD}" srcId="{3FF1AB6D-2DDB-4724-9A87-AE8A261D899A}" destId="{776F8BA2-4BC1-40C5-BA64-36B64408550D}" srcOrd="0" destOrd="0" parTransId="{58C70997-6C81-4E88-87C7-8A2ACC187B52}" sibTransId="{CB4C7D43-A13D-4A2D-8669-17B252A20B42}"/>
    <dgm:cxn modelId="{440EF7A9-9342-4DD6-8D46-4B567EEB6B9C}" srcId="{5536E46E-5BF3-49C1-9154-B72A6AAFA62F}" destId="{F882C075-0401-4C7B-905B-132118EFBB8E}" srcOrd="3" destOrd="0" parTransId="{9B734EB4-4786-4725-B90A-12ECF997369E}" sibTransId="{A4DAF63C-2EA1-44B8-A595-2FF6A687BEF3}"/>
    <dgm:cxn modelId="{B3B571AF-DCAD-49F4-A27F-4D4164133B1C}" type="presOf" srcId="{1B11C991-AEA7-438A-99B1-BDF531BB8AF9}" destId="{153DBFC0-19A4-4A5F-84D7-EA536BC0B525}" srcOrd="0" destOrd="4" presId="urn:microsoft.com/office/officeart/2005/8/layout/chevron2"/>
    <dgm:cxn modelId="{969BCBB4-8A39-4F31-96DD-90F560466BA6}" type="presOf" srcId="{5536E46E-5BF3-49C1-9154-B72A6AAFA62F}" destId="{E5B42374-2C39-4789-AB75-D3B56B3D312F}" srcOrd="0" destOrd="0" presId="urn:microsoft.com/office/officeart/2005/8/layout/chevron2"/>
    <dgm:cxn modelId="{F80765B5-DB55-42A5-88E3-153BBDB913B2}" type="presOf" srcId="{65EEAB5A-C254-4E04-8097-6F27A63E5891}" destId="{F102A563-0C93-4817-B8DB-F2E732E3F726}" srcOrd="0" destOrd="2" presId="urn:microsoft.com/office/officeart/2005/8/layout/chevron2"/>
    <dgm:cxn modelId="{8731EAB5-6CF1-47C8-9D6F-CC74CF6AEFF8}" srcId="{5536E46E-5BF3-49C1-9154-B72A6AAFA62F}" destId="{03133A9E-2D29-4C3F-BD57-4AB6D8187526}" srcOrd="4" destOrd="0" parTransId="{7148D28B-0E7B-4157-9FC7-7427196C7508}" sibTransId="{098C5A65-D516-4E37-A888-409A29F94519}"/>
    <dgm:cxn modelId="{526371BD-7E6A-412C-870F-016C0562C8CB}" type="presOf" srcId="{301ED7C9-EC6C-48FE-99F1-6C776738EE19}" destId="{C9146130-9C40-4D91-833A-24FEBB041AF1}" srcOrd="0" destOrd="2" presId="urn:microsoft.com/office/officeart/2005/8/layout/chevron2"/>
    <dgm:cxn modelId="{8BD1A8D3-E5A6-4D72-BC9E-133D1E2D52DA}" srcId="{D16DFEC9-D52E-46A7-A131-5F7938AC818F}" destId="{046ABF6D-0F0C-4ADC-8344-5B148CB791AE}" srcOrd="1" destOrd="0" parTransId="{24BE8FE7-FB1F-4B7F-886F-8962D5C44B8A}" sibTransId="{F1C53A0C-6D81-4A82-9949-A86E5A0C0797}"/>
    <dgm:cxn modelId="{543DB8D8-732F-4FCA-9724-6887C726583E}" srcId="{2DE3205B-00A3-49D8-9072-E3AAF1437476}" destId="{D16DFEC9-D52E-46A7-A131-5F7938AC818F}" srcOrd="0" destOrd="0" parTransId="{A67149E7-1952-4FDE-A488-0CBE0CE3F33B}" sibTransId="{054C7895-E2C6-491F-830F-EF7AAB58DC3F}"/>
    <dgm:cxn modelId="{A129E9D9-B3D0-4A0C-8F44-CA28999B833B}" srcId="{D16DFEC9-D52E-46A7-A131-5F7938AC818F}" destId="{78A609BE-F79A-4319-A080-30C3D1DB08B1}" srcOrd="0" destOrd="0" parTransId="{DEEC846A-1705-419F-A39F-580C04270B3A}" sibTransId="{519174DD-82BE-433D-AA0B-13288FCE8825}"/>
    <dgm:cxn modelId="{84DD77EB-4497-418B-A7C2-7AA0394629C6}" type="presOf" srcId="{152A051C-3A46-4665-A7A4-59549467692C}" destId="{153DBFC0-19A4-4A5F-84D7-EA536BC0B525}" srcOrd="0" destOrd="0" presId="urn:microsoft.com/office/officeart/2005/8/layout/chevron2"/>
    <dgm:cxn modelId="{37AD70EE-E855-4B86-B409-BCA742CF541D}" type="presOf" srcId="{C8C4F9D9-2277-4ABA-987C-AF254AABA962}" destId="{153DBFC0-19A4-4A5F-84D7-EA536BC0B525}" srcOrd="0" destOrd="1" presId="urn:microsoft.com/office/officeart/2005/8/layout/chevron2"/>
    <dgm:cxn modelId="{C7B47FEF-B3B1-47A5-A63B-74F31E0E0361}" type="presOf" srcId="{D16DFEC9-D52E-46A7-A131-5F7938AC818F}" destId="{C050CBB8-12EC-4E60-8FAD-F48F8B909B2A}" srcOrd="0" destOrd="0" presId="urn:microsoft.com/office/officeart/2005/8/layout/chevron2"/>
    <dgm:cxn modelId="{CB352BF2-3F90-495C-ADC2-F56E101AFF00}" srcId="{8CAC4602-1A89-48EC-97B9-A0F7CC46B04C}" destId="{152A051C-3A46-4665-A7A4-59549467692C}" srcOrd="0" destOrd="0" parTransId="{823EBA54-96EE-4497-9F13-DB38698970A0}" sibTransId="{5D76FDC3-5AF1-4388-AFA9-DE6BCA2E73D2}"/>
    <dgm:cxn modelId="{D2C31BF5-C942-4148-9406-D45B8FF53397}" srcId="{2DE3205B-00A3-49D8-9072-E3AAF1437476}" destId="{5536E46E-5BF3-49C1-9154-B72A6AAFA62F}" srcOrd="2" destOrd="0" parTransId="{D8D95990-30B4-4BCA-B40B-C1D870C2C85B}" sibTransId="{0D98414B-C050-4204-A8BD-4A4310A5F932}"/>
    <dgm:cxn modelId="{056235F5-979A-4D32-AB36-C74323338402}" type="presOf" srcId="{8CAC4602-1A89-48EC-97B9-A0F7CC46B04C}" destId="{2C58E85F-8CCF-441E-B4AC-BFAE2987701D}" srcOrd="0" destOrd="0" presId="urn:microsoft.com/office/officeart/2005/8/layout/chevron2"/>
    <dgm:cxn modelId="{6681313B-0F88-4BA0-8671-58CF40BE0ECF}" type="presParOf" srcId="{B30FF537-E1B4-42E4-A8E6-C88691E017BB}" destId="{58775C98-6848-4016-B43E-1F8713769BCC}" srcOrd="0" destOrd="0" presId="urn:microsoft.com/office/officeart/2005/8/layout/chevron2"/>
    <dgm:cxn modelId="{B3850A80-9587-4156-B0AC-AB4D4AD573AF}" type="presParOf" srcId="{58775C98-6848-4016-B43E-1F8713769BCC}" destId="{C050CBB8-12EC-4E60-8FAD-F48F8B909B2A}" srcOrd="0" destOrd="0" presId="urn:microsoft.com/office/officeart/2005/8/layout/chevron2"/>
    <dgm:cxn modelId="{CD08CC5F-9A04-4417-B145-F8151D13DEBF}" type="presParOf" srcId="{58775C98-6848-4016-B43E-1F8713769BCC}" destId="{C9146130-9C40-4D91-833A-24FEBB041AF1}" srcOrd="1" destOrd="0" presId="urn:microsoft.com/office/officeart/2005/8/layout/chevron2"/>
    <dgm:cxn modelId="{69919A14-7A64-4DFE-8548-0E099F7193EE}" type="presParOf" srcId="{B30FF537-E1B4-42E4-A8E6-C88691E017BB}" destId="{0AE93EBD-85C5-4411-BA1C-AD22AE9C54F5}" srcOrd="1" destOrd="0" presId="urn:microsoft.com/office/officeart/2005/8/layout/chevron2"/>
    <dgm:cxn modelId="{A28429FC-6CDB-4BA8-8FD5-71E8BA40161F}" type="presParOf" srcId="{B30FF537-E1B4-42E4-A8E6-C88691E017BB}" destId="{04821221-E74E-44ED-8BE6-75734C0D33CF}" srcOrd="2" destOrd="0" presId="urn:microsoft.com/office/officeart/2005/8/layout/chevron2"/>
    <dgm:cxn modelId="{87AD1CF5-4DEF-45FF-8881-CAD7B05A3489}" type="presParOf" srcId="{04821221-E74E-44ED-8BE6-75734C0D33CF}" destId="{2C58E85F-8CCF-441E-B4AC-BFAE2987701D}" srcOrd="0" destOrd="0" presId="urn:microsoft.com/office/officeart/2005/8/layout/chevron2"/>
    <dgm:cxn modelId="{AA58CDDA-B5C8-4825-AAE2-47906D417734}" type="presParOf" srcId="{04821221-E74E-44ED-8BE6-75734C0D33CF}" destId="{153DBFC0-19A4-4A5F-84D7-EA536BC0B525}" srcOrd="1" destOrd="0" presId="urn:microsoft.com/office/officeart/2005/8/layout/chevron2"/>
    <dgm:cxn modelId="{C452EEB1-B045-4FE5-BC10-096BA8170B0D}" type="presParOf" srcId="{B30FF537-E1B4-42E4-A8E6-C88691E017BB}" destId="{2159967F-61AB-4D9D-8DCF-38310747DC56}" srcOrd="3" destOrd="0" presId="urn:microsoft.com/office/officeart/2005/8/layout/chevron2"/>
    <dgm:cxn modelId="{42D7CB56-E8D3-4054-A6B2-AEB9BC36E200}" type="presParOf" srcId="{B30FF537-E1B4-42E4-A8E6-C88691E017BB}" destId="{433CCF07-AC57-4531-953E-09F223BBC70B}" srcOrd="4" destOrd="0" presId="urn:microsoft.com/office/officeart/2005/8/layout/chevron2"/>
    <dgm:cxn modelId="{8A00F2C7-4DDA-49B2-8CD2-1CF74F9B62E0}" type="presParOf" srcId="{433CCF07-AC57-4531-953E-09F223BBC70B}" destId="{E5B42374-2C39-4789-AB75-D3B56B3D312F}" srcOrd="0" destOrd="0" presId="urn:microsoft.com/office/officeart/2005/8/layout/chevron2"/>
    <dgm:cxn modelId="{BEE2049D-1554-457B-A13D-99C28548FD62}" type="presParOf" srcId="{433CCF07-AC57-4531-953E-09F223BBC70B}" destId="{F102A563-0C93-4817-B8DB-F2E732E3F72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42FC62-E1A0-4611-B909-5C66C4201FD7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FE8D9A6-A0D9-4331-A935-325B7DBC1694}">
      <dgm:prSet phldrT="[Text]" phldr="0"/>
      <dgm:spPr/>
      <dgm:t>
        <a:bodyPr/>
        <a:lstStyle/>
        <a:p>
          <a:r>
            <a:rPr lang="en-IN" dirty="0"/>
            <a:t>High</a:t>
          </a:r>
        </a:p>
      </dgm:t>
    </dgm:pt>
    <dgm:pt modelId="{97BA0B81-7750-471B-89C1-E4067D8DD57D}" type="parTrans" cxnId="{78D28F34-31C2-4C58-9C35-ACB2F62D8A30}">
      <dgm:prSet/>
      <dgm:spPr/>
      <dgm:t>
        <a:bodyPr/>
        <a:lstStyle/>
        <a:p>
          <a:endParaRPr lang="en-IN"/>
        </a:p>
      </dgm:t>
    </dgm:pt>
    <dgm:pt modelId="{429BBF56-1EF2-4BC0-A93E-34667D794174}" type="sibTrans" cxnId="{78D28F34-31C2-4C58-9C35-ACB2F62D8A30}">
      <dgm:prSet/>
      <dgm:spPr/>
      <dgm:t>
        <a:bodyPr/>
        <a:lstStyle/>
        <a:p>
          <a:endParaRPr lang="en-IN"/>
        </a:p>
      </dgm:t>
    </dgm:pt>
    <dgm:pt modelId="{499A6448-46E4-4B4C-A4D9-E28BABB58244}">
      <dgm:prSet phldrT="[Text]" phldr="0"/>
      <dgm:spPr/>
      <dgm:t>
        <a:bodyPr/>
        <a:lstStyle/>
        <a:p>
          <a:r>
            <a:rPr lang="en-IN" dirty="0"/>
            <a:t>Provide Correction</a:t>
          </a:r>
        </a:p>
      </dgm:t>
    </dgm:pt>
    <dgm:pt modelId="{D82D8A3F-A978-4647-84C9-46ADDB67C6BF}" type="parTrans" cxnId="{D38576B1-DE2A-4FD7-BD0F-CD8D3218D69C}">
      <dgm:prSet/>
      <dgm:spPr/>
      <dgm:t>
        <a:bodyPr/>
        <a:lstStyle/>
        <a:p>
          <a:endParaRPr lang="en-IN"/>
        </a:p>
      </dgm:t>
    </dgm:pt>
    <dgm:pt modelId="{515B0E87-88CF-44C0-98F1-D574B80B3015}" type="sibTrans" cxnId="{D38576B1-DE2A-4FD7-BD0F-CD8D3218D69C}">
      <dgm:prSet/>
      <dgm:spPr/>
      <dgm:t>
        <a:bodyPr/>
        <a:lstStyle/>
        <a:p>
          <a:endParaRPr lang="en-IN"/>
        </a:p>
      </dgm:t>
    </dgm:pt>
    <dgm:pt modelId="{7C6FAA25-2984-4159-8E0F-B0AC11F3CFB1}">
      <dgm:prSet phldrT="[Text]" phldr="0"/>
      <dgm:spPr/>
      <dgm:t>
        <a:bodyPr/>
        <a:lstStyle/>
        <a:p>
          <a:r>
            <a:rPr lang="en-IN" dirty="0"/>
            <a:t>Medium</a:t>
          </a:r>
        </a:p>
      </dgm:t>
    </dgm:pt>
    <dgm:pt modelId="{9DA51691-EC79-4227-B6D8-89B2EB1D0C77}" type="parTrans" cxnId="{E82D5702-0571-4843-B575-45500D42743D}">
      <dgm:prSet/>
      <dgm:spPr/>
      <dgm:t>
        <a:bodyPr/>
        <a:lstStyle/>
        <a:p>
          <a:endParaRPr lang="en-IN"/>
        </a:p>
      </dgm:t>
    </dgm:pt>
    <dgm:pt modelId="{F04F6F52-4F2C-4C92-B8EE-CADFD8950358}" type="sibTrans" cxnId="{E82D5702-0571-4843-B575-45500D42743D}">
      <dgm:prSet/>
      <dgm:spPr/>
      <dgm:t>
        <a:bodyPr/>
        <a:lstStyle/>
        <a:p>
          <a:endParaRPr lang="en-IN"/>
        </a:p>
      </dgm:t>
    </dgm:pt>
    <dgm:pt modelId="{40C31AFC-8B01-451C-AB9C-CA65D3109E90}">
      <dgm:prSet phldrT="[Text]" phldr="0"/>
      <dgm:spPr/>
      <dgm:t>
        <a:bodyPr/>
        <a:lstStyle/>
        <a:p>
          <a:r>
            <a:rPr lang="en-IN" dirty="0"/>
            <a:t>Limited/ Soft Feedback</a:t>
          </a:r>
        </a:p>
      </dgm:t>
    </dgm:pt>
    <dgm:pt modelId="{3F4EF111-D4F0-4CEF-B940-F199A5790399}" type="parTrans" cxnId="{127DCCA1-53FA-4719-BD74-5116BE3D440D}">
      <dgm:prSet/>
      <dgm:spPr/>
      <dgm:t>
        <a:bodyPr/>
        <a:lstStyle/>
        <a:p>
          <a:endParaRPr lang="en-IN"/>
        </a:p>
      </dgm:t>
    </dgm:pt>
    <dgm:pt modelId="{BAB80B68-4CC6-4ADB-930C-2B810C303B2F}" type="sibTrans" cxnId="{127DCCA1-53FA-4719-BD74-5116BE3D440D}">
      <dgm:prSet/>
      <dgm:spPr/>
      <dgm:t>
        <a:bodyPr/>
        <a:lstStyle/>
        <a:p>
          <a:endParaRPr lang="en-IN"/>
        </a:p>
      </dgm:t>
    </dgm:pt>
    <dgm:pt modelId="{909718BC-161D-403B-B2BF-95BA467CD5A0}">
      <dgm:prSet phldrT="[Text]" phldr="0"/>
      <dgm:spPr/>
      <dgm:t>
        <a:bodyPr/>
        <a:lstStyle/>
        <a:p>
          <a:r>
            <a:rPr lang="en-IN" dirty="0"/>
            <a:t>Low</a:t>
          </a:r>
        </a:p>
      </dgm:t>
    </dgm:pt>
    <dgm:pt modelId="{B49A8252-3235-4533-9958-159320AF1034}" type="parTrans" cxnId="{4FB0DEE4-4103-4D8C-81F7-CC7D1CDEE37E}">
      <dgm:prSet/>
      <dgm:spPr/>
      <dgm:t>
        <a:bodyPr/>
        <a:lstStyle/>
        <a:p>
          <a:endParaRPr lang="en-IN"/>
        </a:p>
      </dgm:t>
    </dgm:pt>
    <dgm:pt modelId="{DD43E75B-BD53-4904-A1F4-DF55E4B51BEB}" type="sibTrans" cxnId="{4FB0DEE4-4103-4D8C-81F7-CC7D1CDEE37E}">
      <dgm:prSet/>
      <dgm:spPr/>
      <dgm:t>
        <a:bodyPr/>
        <a:lstStyle/>
        <a:p>
          <a:endParaRPr lang="en-IN"/>
        </a:p>
      </dgm:t>
    </dgm:pt>
    <dgm:pt modelId="{D9BE3E17-F8D7-4383-AFEC-6E742DBF22BD}">
      <dgm:prSet phldrT="[Text]" phldr="0"/>
      <dgm:spPr/>
      <dgm:t>
        <a:bodyPr/>
        <a:lstStyle/>
        <a:p>
          <a:r>
            <a:rPr lang="en-IN" dirty="0"/>
            <a:t>Suppress Correction and Reposition</a:t>
          </a:r>
        </a:p>
      </dgm:t>
    </dgm:pt>
    <dgm:pt modelId="{6C8433F6-D446-4E30-8CCB-1D9787723A4E}" type="parTrans" cxnId="{912F4D8D-E0E2-47B6-A5A1-B055273BEE7E}">
      <dgm:prSet/>
      <dgm:spPr/>
      <dgm:t>
        <a:bodyPr/>
        <a:lstStyle/>
        <a:p>
          <a:endParaRPr lang="en-IN"/>
        </a:p>
      </dgm:t>
    </dgm:pt>
    <dgm:pt modelId="{8FBC3E37-BBA5-43A1-842C-9B6DA52E5A52}" type="sibTrans" cxnId="{912F4D8D-E0E2-47B6-A5A1-B055273BEE7E}">
      <dgm:prSet/>
      <dgm:spPr/>
      <dgm:t>
        <a:bodyPr/>
        <a:lstStyle/>
        <a:p>
          <a:endParaRPr lang="en-IN"/>
        </a:p>
      </dgm:t>
    </dgm:pt>
    <dgm:pt modelId="{34D3A0D2-24BD-4A8F-A010-79DEE76F2DFA}" type="pres">
      <dgm:prSet presAssocID="{1D42FC62-E1A0-4611-B909-5C66C4201FD7}" presName="theList" presStyleCnt="0">
        <dgm:presLayoutVars>
          <dgm:dir/>
          <dgm:animLvl val="lvl"/>
          <dgm:resizeHandles val="exact"/>
        </dgm:presLayoutVars>
      </dgm:prSet>
      <dgm:spPr/>
    </dgm:pt>
    <dgm:pt modelId="{668BE403-ED4D-447C-85FD-B65BA26954FD}" type="pres">
      <dgm:prSet presAssocID="{6FE8D9A6-A0D9-4331-A935-325B7DBC1694}" presName="compNode" presStyleCnt="0"/>
      <dgm:spPr/>
    </dgm:pt>
    <dgm:pt modelId="{2E1CEF67-E382-4F36-A263-BB658A2E8C6F}" type="pres">
      <dgm:prSet presAssocID="{6FE8D9A6-A0D9-4331-A935-325B7DBC1694}" presName="noGeometry" presStyleCnt="0"/>
      <dgm:spPr/>
    </dgm:pt>
    <dgm:pt modelId="{017CB18D-D2C2-405C-BF97-425E1A66FF6F}" type="pres">
      <dgm:prSet presAssocID="{6FE8D9A6-A0D9-4331-A935-325B7DBC1694}" presName="childTextVisible" presStyleLbl="bgAccFollowNode1" presStyleIdx="0" presStyleCnt="3">
        <dgm:presLayoutVars>
          <dgm:bulletEnabled val="1"/>
        </dgm:presLayoutVars>
      </dgm:prSet>
      <dgm:spPr/>
    </dgm:pt>
    <dgm:pt modelId="{63883BB4-52DF-425F-BA16-B4FF3EEE085F}" type="pres">
      <dgm:prSet presAssocID="{6FE8D9A6-A0D9-4331-A935-325B7DBC1694}" presName="childTextHidden" presStyleLbl="bgAccFollowNode1" presStyleIdx="0" presStyleCnt="3"/>
      <dgm:spPr/>
    </dgm:pt>
    <dgm:pt modelId="{393FF446-37F3-4C63-83DE-0730421820CD}" type="pres">
      <dgm:prSet presAssocID="{6FE8D9A6-A0D9-4331-A935-325B7DBC1694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76F138BD-FEFB-48F4-BAA8-1E19AD91D603}" type="pres">
      <dgm:prSet presAssocID="{6FE8D9A6-A0D9-4331-A935-325B7DBC1694}" presName="aSpace" presStyleCnt="0"/>
      <dgm:spPr/>
    </dgm:pt>
    <dgm:pt modelId="{9258C70E-A11F-45CD-B6AE-F367E0087D9B}" type="pres">
      <dgm:prSet presAssocID="{7C6FAA25-2984-4159-8E0F-B0AC11F3CFB1}" presName="compNode" presStyleCnt="0"/>
      <dgm:spPr/>
    </dgm:pt>
    <dgm:pt modelId="{EEEDE52C-01A4-4FE3-95CA-165DE3BFEF72}" type="pres">
      <dgm:prSet presAssocID="{7C6FAA25-2984-4159-8E0F-B0AC11F3CFB1}" presName="noGeometry" presStyleCnt="0"/>
      <dgm:spPr/>
    </dgm:pt>
    <dgm:pt modelId="{DE4B30C2-C4FB-42FE-8A31-A17BD7542B16}" type="pres">
      <dgm:prSet presAssocID="{7C6FAA25-2984-4159-8E0F-B0AC11F3CFB1}" presName="childTextVisible" presStyleLbl="bgAccFollowNode1" presStyleIdx="1" presStyleCnt="3">
        <dgm:presLayoutVars>
          <dgm:bulletEnabled val="1"/>
        </dgm:presLayoutVars>
      </dgm:prSet>
      <dgm:spPr/>
    </dgm:pt>
    <dgm:pt modelId="{172ACB56-3A13-4FF8-A91A-45EF833F10F9}" type="pres">
      <dgm:prSet presAssocID="{7C6FAA25-2984-4159-8E0F-B0AC11F3CFB1}" presName="childTextHidden" presStyleLbl="bgAccFollowNode1" presStyleIdx="1" presStyleCnt="3"/>
      <dgm:spPr/>
    </dgm:pt>
    <dgm:pt modelId="{A97EA704-385B-44EF-9E79-96244C73C7BB}" type="pres">
      <dgm:prSet presAssocID="{7C6FAA25-2984-4159-8E0F-B0AC11F3CFB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7ABD0C8-E3C8-43CF-A263-7B6C21AC325A}" type="pres">
      <dgm:prSet presAssocID="{7C6FAA25-2984-4159-8E0F-B0AC11F3CFB1}" presName="aSpace" presStyleCnt="0"/>
      <dgm:spPr/>
    </dgm:pt>
    <dgm:pt modelId="{6F82C149-B3F9-44DA-B017-AA1CD666CD03}" type="pres">
      <dgm:prSet presAssocID="{909718BC-161D-403B-B2BF-95BA467CD5A0}" presName="compNode" presStyleCnt="0"/>
      <dgm:spPr/>
    </dgm:pt>
    <dgm:pt modelId="{9C572CAB-8C14-40EA-A8F5-429DE97C5C59}" type="pres">
      <dgm:prSet presAssocID="{909718BC-161D-403B-B2BF-95BA467CD5A0}" presName="noGeometry" presStyleCnt="0"/>
      <dgm:spPr/>
    </dgm:pt>
    <dgm:pt modelId="{96A171B7-2A71-4F8B-80B1-5386BA06CBFE}" type="pres">
      <dgm:prSet presAssocID="{909718BC-161D-403B-B2BF-95BA467CD5A0}" presName="childTextVisible" presStyleLbl="bgAccFollowNode1" presStyleIdx="2" presStyleCnt="3">
        <dgm:presLayoutVars>
          <dgm:bulletEnabled val="1"/>
        </dgm:presLayoutVars>
      </dgm:prSet>
      <dgm:spPr/>
    </dgm:pt>
    <dgm:pt modelId="{9D10F121-A6F1-4064-95BF-C7E026C5363F}" type="pres">
      <dgm:prSet presAssocID="{909718BC-161D-403B-B2BF-95BA467CD5A0}" presName="childTextHidden" presStyleLbl="bgAccFollowNode1" presStyleIdx="2" presStyleCnt="3"/>
      <dgm:spPr/>
    </dgm:pt>
    <dgm:pt modelId="{28EE8F6B-D5C5-41D9-A31F-87AE2A6E9492}" type="pres">
      <dgm:prSet presAssocID="{909718BC-161D-403B-B2BF-95BA467CD5A0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E82D5702-0571-4843-B575-45500D42743D}" srcId="{1D42FC62-E1A0-4611-B909-5C66C4201FD7}" destId="{7C6FAA25-2984-4159-8E0F-B0AC11F3CFB1}" srcOrd="1" destOrd="0" parTransId="{9DA51691-EC79-4227-B6D8-89B2EB1D0C77}" sibTransId="{F04F6F52-4F2C-4C92-B8EE-CADFD8950358}"/>
    <dgm:cxn modelId="{F1C0E012-ED40-48AB-A542-B0624F562BC1}" type="presOf" srcId="{7C6FAA25-2984-4159-8E0F-B0AC11F3CFB1}" destId="{A97EA704-385B-44EF-9E79-96244C73C7BB}" srcOrd="0" destOrd="0" presId="urn:microsoft.com/office/officeart/2005/8/layout/hProcess6"/>
    <dgm:cxn modelId="{B8FD9F18-8B42-4470-B8FE-78E50EF78D44}" type="presOf" srcId="{6FE8D9A6-A0D9-4331-A935-325B7DBC1694}" destId="{393FF446-37F3-4C63-83DE-0730421820CD}" srcOrd="0" destOrd="0" presId="urn:microsoft.com/office/officeart/2005/8/layout/hProcess6"/>
    <dgm:cxn modelId="{78D28F34-31C2-4C58-9C35-ACB2F62D8A30}" srcId="{1D42FC62-E1A0-4611-B909-5C66C4201FD7}" destId="{6FE8D9A6-A0D9-4331-A935-325B7DBC1694}" srcOrd="0" destOrd="0" parTransId="{97BA0B81-7750-471B-89C1-E4067D8DD57D}" sibTransId="{429BBF56-1EF2-4BC0-A93E-34667D794174}"/>
    <dgm:cxn modelId="{7EC62C54-67BD-4AFD-9554-27D099F25C62}" type="presOf" srcId="{40C31AFC-8B01-451C-AB9C-CA65D3109E90}" destId="{172ACB56-3A13-4FF8-A91A-45EF833F10F9}" srcOrd="1" destOrd="0" presId="urn:microsoft.com/office/officeart/2005/8/layout/hProcess6"/>
    <dgm:cxn modelId="{19D85E74-438E-4FA8-B696-897E8D13DC51}" type="presOf" srcId="{499A6448-46E4-4B4C-A4D9-E28BABB58244}" destId="{63883BB4-52DF-425F-BA16-B4FF3EEE085F}" srcOrd="1" destOrd="0" presId="urn:microsoft.com/office/officeart/2005/8/layout/hProcess6"/>
    <dgm:cxn modelId="{8937EB82-2F1C-45E9-9C87-A6DAC9692CF2}" type="presOf" srcId="{D9BE3E17-F8D7-4383-AFEC-6E742DBF22BD}" destId="{96A171B7-2A71-4F8B-80B1-5386BA06CBFE}" srcOrd="0" destOrd="0" presId="urn:microsoft.com/office/officeart/2005/8/layout/hProcess6"/>
    <dgm:cxn modelId="{912F4D8D-E0E2-47B6-A5A1-B055273BEE7E}" srcId="{909718BC-161D-403B-B2BF-95BA467CD5A0}" destId="{D9BE3E17-F8D7-4383-AFEC-6E742DBF22BD}" srcOrd="0" destOrd="0" parTransId="{6C8433F6-D446-4E30-8CCB-1D9787723A4E}" sibTransId="{8FBC3E37-BBA5-43A1-842C-9B6DA52E5A52}"/>
    <dgm:cxn modelId="{127DCCA1-53FA-4719-BD74-5116BE3D440D}" srcId="{7C6FAA25-2984-4159-8E0F-B0AC11F3CFB1}" destId="{40C31AFC-8B01-451C-AB9C-CA65D3109E90}" srcOrd="0" destOrd="0" parTransId="{3F4EF111-D4F0-4CEF-B940-F199A5790399}" sibTransId="{BAB80B68-4CC6-4ADB-930C-2B810C303B2F}"/>
    <dgm:cxn modelId="{5531D6A5-A056-416C-89CD-2DD5F02B2CB9}" type="presOf" srcId="{909718BC-161D-403B-B2BF-95BA467CD5A0}" destId="{28EE8F6B-D5C5-41D9-A31F-87AE2A6E9492}" srcOrd="0" destOrd="0" presId="urn:microsoft.com/office/officeart/2005/8/layout/hProcess6"/>
    <dgm:cxn modelId="{362A2DAF-6EAA-49A0-AE25-2CFCA5ACC259}" type="presOf" srcId="{499A6448-46E4-4B4C-A4D9-E28BABB58244}" destId="{017CB18D-D2C2-405C-BF97-425E1A66FF6F}" srcOrd="0" destOrd="0" presId="urn:microsoft.com/office/officeart/2005/8/layout/hProcess6"/>
    <dgm:cxn modelId="{8BB1DCAF-CCA1-4289-B738-1F88E3E13861}" type="presOf" srcId="{D9BE3E17-F8D7-4383-AFEC-6E742DBF22BD}" destId="{9D10F121-A6F1-4064-95BF-C7E026C5363F}" srcOrd="1" destOrd="0" presId="urn:microsoft.com/office/officeart/2005/8/layout/hProcess6"/>
    <dgm:cxn modelId="{D38576B1-DE2A-4FD7-BD0F-CD8D3218D69C}" srcId="{6FE8D9A6-A0D9-4331-A935-325B7DBC1694}" destId="{499A6448-46E4-4B4C-A4D9-E28BABB58244}" srcOrd="0" destOrd="0" parTransId="{D82D8A3F-A978-4647-84C9-46ADDB67C6BF}" sibTransId="{515B0E87-88CF-44C0-98F1-D574B80B3015}"/>
    <dgm:cxn modelId="{0D3C2ED6-813D-4089-A0A1-19A26ADAA3FF}" type="presOf" srcId="{1D42FC62-E1A0-4611-B909-5C66C4201FD7}" destId="{34D3A0D2-24BD-4A8F-A010-79DEE76F2DFA}" srcOrd="0" destOrd="0" presId="urn:microsoft.com/office/officeart/2005/8/layout/hProcess6"/>
    <dgm:cxn modelId="{522472E3-55CE-4579-9577-9D044FFEE0DB}" type="presOf" srcId="{40C31AFC-8B01-451C-AB9C-CA65D3109E90}" destId="{DE4B30C2-C4FB-42FE-8A31-A17BD7542B16}" srcOrd="0" destOrd="0" presId="urn:microsoft.com/office/officeart/2005/8/layout/hProcess6"/>
    <dgm:cxn modelId="{4FB0DEE4-4103-4D8C-81F7-CC7D1CDEE37E}" srcId="{1D42FC62-E1A0-4611-B909-5C66C4201FD7}" destId="{909718BC-161D-403B-B2BF-95BA467CD5A0}" srcOrd="2" destOrd="0" parTransId="{B49A8252-3235-4533-9958-159320AF1034}" sibTransId="{DD43E75B-BD53-4904-A1F4-DF55E4B51BEB}"/>
    <dgm:cxn modelId="{637463F9-C156-46B6-8AFF-498B5298E1EF}" type="presParOf" srcId="{34D3A0D2-24BD-4A8F-A010-79DEE76F2DFA}" destId="{668BE403-ED4D-447C-85FD-B65BA26954FD}" srcOrd="0" destOrd="0" presId="urn:microsoft.com/office/officeart/2005/8/layout/hProcess6"/>
    <dgm:cxn modelId="{54CBFE5C-0750-4720-9D20-DCCD316733FE}" type="presParOf" srcId="{668BE403-ED4D-447C-85FD-B65BA26954FD}" destId="{2E1CEF67-E382-4F36-A263-BB658A2E8C6F}" srcOrd="0" destOrd="0" presId="urn:microsoft.com/office/officeart/2005/8/layout/hProcess6"/>
    <dgm:cxn modelId="{A499FD6F-FF4E-4BBB-838B-EF174B502D45}" type="presParOf" srcId="{668BE403-ED4D-447C-85FD-B65BA26954FD}" destId="{017CB18D-D2C2-405C-BF97-425E1A66FF6F}" srcOrd="1" destOrd="0" presId="urn:microsoft.com/office/officeart/2005/8/layout/hProcess6"/>
    <dgm:cxn modelId="{DBF459CC-F23E-4CEA-943C-A62F69095FD9}" type="presParOf" srcId="{668BE403-ED4D-447C-85FD-B65BA26954FD}" destId="{63883BB4-52DF-425F-BA16-B4FF3EEE085F}" srcOrd="2" destOrd="0" presId="urn:microsoft.com/office/officeart/2005/8/layout/hProcess6"/>
    <dgm:cxn modelId="{A8F3CD66-E21A-42E6-9BF3-8CDCBB1B0450}" type="presParOf" srcId="{668BE403-ED4D-447C-85FD-B65BA26954FD}" destId="{393FF446-37F3-4C63-83DE-0730421820CD}" srcOrd="3" destOrd="0" presId="urn:microsoft.com/office/officeart/2005/8/layout/hProcess6"/>
    <dgm:cxn modelId="{3294C83E-2AB3-4AE3-AF0A-D1F41834A5B6}" type="presParOf" srcId="{34D3A0D2-24BD-4A8F-A010-79DEE76F2DFA}" destId="{76F138BD-FEFB-48F4-BAA8-1E19AD91D603}" srcOrd="1" destOrd="0" presId="urn:microsoft.com/office/officeart/2005/8/layout/hProcess6"/>
    <dgm:cxn modelId="{8BA7352E-7D03-41DC-A25B-FE562E96E58A}" type="presParOf" srcId="{34D3A0D2-24BD-4A8F-A010-79DEE76F2DFA}" destId="{9258C70E-A11F-45CD-B6AE-F367E0087D9B}" srcOrd="2" destOrd="0" presId="urn:microsoft.com/office/officeart/2005/8/layout/hProcess6"/>
    <dgm:cxn modelId="{37357A4F-04BF-45FC-AAF3-6ABD3F949DBB}" type="presParOf" srcId="{9258C70E-A11F-45CD-B6AE-F367E0087D9B}" destId="{EEEDE52C-01A4-4FE3-95CA-165DE3BFEF72}" srcOrd="0" destOrd="0" presId="urn:microsoft.com/office/officeart/2005/8/layout/hProcess6"/>
    <dgm:cxn modelId="{0E3D875C-8313-4CA4-8190-C87D7D009A96}" type="presParOf" srcId="{9258C70E-A11F-45CD-B6AE-F367E0087D9B}" destId="{DE4B30C2-C4FB-42FE-8A31-A17BD7542B16}" srcOrd="1" destOrd="0" presId="urn:microsoft.com/office/officeart/2005/8/layout/hProcess6"/>
    <dgm:cxn modelId="{178D5497-94F6-420E-94FC-E2D350011DCC}" type="presParOf" srcId="{9258C70E-A11F-45CD-B6AE-F367E0087D9B}" destId="{172ACB56-3A13-4FF8-A91A-45EF833F10F9}" srcOrd="2" destOrd="0" presId="urn:microsoft.com/office/officeart/2005/8/layout/hProcess6"/>
    <dgm:cxn modelId="{027B8D56-365B-4986-9464-F2A4A9FD2DCC}" type="presParOf" srcId="{9258C70E-A11F-45CD-B6AE-F367E0087D9B}" destId="{A97EA704-385B-44EF-9E79-96244C73C7BB}" srcOrd="3" destOrd="0" presId="urn:microsoft.com/office/officeart/2005/8/layout/hProcess6"/>
    <dgm:cxn modelId="{CE1E4F6C-3614-4E55-8111-25E90C89C0F6}" type="presParOf" srcId="{34D3A0D2-24BD-4A8F-A010-79DEE76F2DFA}" destId="{37ABD0C8-E3C8-43CF-A263-7B6C21AC325A}" srcOrd="3" destOrd="0" presId="urn:microsoft.com/office/officeart/2005/8/layout/hProcess6"/>
    <dgm:cxn modelId="{A5CFEAA2-73A3-4FA4-B279-3A50F24CDE71}" type="presParOf" srcId="{34D3A0D2-24BD-4A8F-A010-79DEE76F2DFA}" destId="{6F82C149-B3F9-44DA-B017-AA1CD666CD03}" srcOrd="4" destOrd="0" presId="urn:microsoft.com/office/officeart/2005/8/layout/hProcess6"/>
    <dgm:cxn modelId="{DA65A9CE-B1EB-41F6-84DF-C1E2F0AB6EFE}" type="presParOf" srcId="{6F82C149-B3F9-44DA-B017-AA1CD666CD03}" destId="{9C572CAB-8C14-40EA-A8F5-429DE97C5C59}" srcOrd="0" destOrd="0" presId="urn:microsoft.com/office/officeart/2005/8/layout/hProcess6"/>
    <dgm:cxn modelId="{56E009B3-BF2D-4878-9C82-0B43E4227D59}" type="presParOf" srcId="{6F82C149-B3F9-44DA-B017-AA1CD666CD03}" destId="{96A171B7-2A71-4F8B-80B1-5386BA06CBFE}" srcOrd="1" destOrd="0" presId="urn:microsoft.com/office/officeart/2005/8/layout/hProcess6"/>
    <dgm:cxn modelId="{C729E40C-9EEF-4B3F-8C7B-370DE8505626}" type="presParOf" srcId="{6F82C149-B3F9-44DA-B017-AA1CD666CD03}" destId="{9D10F121-A6F1-4064-95BF-C7E026C5363F}" srcOrd="2" destOrd="0" presId="urn:microsoft.com/office/officeart/2005/8/layout/hProcess6"/>
    <dgm:cxn modelId="{ECAFD673-DBA3-4ADC-8FAE-2EA2ADF55EBC}" type="presParOf" srcId="{6F82C149-B3F9-44DA-B017-AA1CD666CD03}" destId="{28EE8F6B-D5C5-41D9-A31F-87AE2A6E9492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4091CD-D3D9-43E5-9E50-18FF3EF46D4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67B91ED-1E62-4808-BB5F-C6CE9EBAC95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1. Personalized Assessment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/>
            <a:t>Calibrate for </a:t>
          </a:r>
          <a:r>
            <a:rPr lang="en-IN" b="1" dirty="0"/>
            <a:t>body proportions and joint structure</a:t>
          </a:r>
          <a:r>
            <a:rPr lang="en-IN" dirty="0"/>
            <a:t>. 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/>
            <a:t>Establish a </a:t>
          </a:r>
          <a:r>
            <a:rPr lang="en-IN" b="1" dirty="0"/>
            <a:t>user-specific posture baseline</a:t>
          </a:r>
          <a:r>
            <a:rPr lang="en-IN" dirty="0"/>
            <a:t>. </a:t>
          </a:r>
        </a:p>
      </dgm:t>
    </dgm:pt>
    <dgm:pt modelId="{29F4A42A-06B0-4694-B13E-492A723E9D56}" type="parTrans" cxnId="{CBEED856-CC20-43EB-B248-0929DD0763A1}">
      <dgm:prSet/>
      <dgm:spPr/>
      <dgm:t>
        <a:bodyPr/>
        <a:lstStyle/>
        <a:p>
          <a:endParaRPr lang="en-IN"/>
        </a:p>
      </dgm:t>
    </dgm:pt>
    <dgm:pt modelId="{3E2B7EB8-4EB2-44BD-AD67-AA3C466AC8DC}" type="sibTrans" cxnId="{CBEED856-CC20-43EB-B248-0929DD0763A1}">
      <dgm:prSet/>
      <dgm:spPr/>
      <dgm:t>
        <a:bodyPr/>
        <a:lstStyle/>
        <a:p>
          <a:endParaRPr lang="en-IN"/>
        </a:p>
      </dgm:t>
    </dgm:pt>
    <dgm:pt modelId="{647326C1-0589-4FE6-89FE-6ED3BE85155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2. Robust Pose Representation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/>
            <a:t>Extract </a:t>
          </a:r>
          <a:r>
            <a:rPr lang="en-IN" b="1" dirty="0"/>
            <a:t>normalized key points, angles, and alignment features</a:t>
          </a:r>
          <a:r>
            <a:rPr lang="en-IN" dirty="0"/>
            <a:t>. 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/>
            <a:t>Handle variations in </a:t>
          </a:r>
          <a:r>
            <a:rPr lang="en-IN" b="1" dirty="0"/>
            <a:t>body size, viewpoint, lighting, and occlusion</a:t>
          </a:r>
          <a:r>
            <a:rPr lang="en-IN" dirty="0"/>
            <a:t>. </a:t>
          </a:r>
        </a:p>
      </dgm:t>
    </dgm:pt>
    <dgm:pt modelId="{D9742E30-4476-4459-A111-F1BCC785C091}" type="parTrans" cxnId="{7E49E491-7D9D-4FB4-BF72-7910445EAE5D}">
      <dgm:prSet/>
      <dgm:spPr/>
      <dgm:t>
        <a:bodyPr/>
        <a:lstStyle/>
        <a:p>
          <a:endParaRPr lang="en-IN"/>
        </a:p>
      </dgm:t>
    </dgm:pt>
    <dgm:pt modelId="{DCFB0CED-E621-4C3F-B99B-F26D3C2C396E}" type="sibTrans" cxnId="{7E49E491-7D9D-4FB4-BF72-7910445EAE5D}">
      <dgm:prSet/>
      <dgm:spPr/>
      <dgm:t>
        <a:bodyPr/>
        <a:lstStyle/>
        <a:p>
          <a:endParaRPr lang="en-IN"/>
        </a:p>
      </dgm:t>
    </dgm:pt>
    <dgm:pt modelId="{3A65C129-D80F-41D7-82EC-7ADD695FDBE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dirty="0"/>
            <a:t>3. Joint-Level Error Detection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/>
            <a:t>Detect </a:t>
          </a:r>
          <a:r>
            <a:rPr lang="en-IN" b="1" dirty="0"/>
            <a:t>misaligned joints and deviation severity</a:t>
          </a:r>
          <a:r>
            <a:rPr lang="en-IN" dirty="0"/>
            <a:t>. 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/>
            <a:t>Use </a:t>
          </a:r>
          <a:r>
            <a:rPr lang="en-IN" b="1" dirty="0"/>
            <a:t>landmark confidence and temporal stability</a:t>
          </a:r>
          <a:r>
            <a:rPr lang="en-IN" dirty="0"/>
            <a:t> for reliable results. </a:t>
          </a:r>
        </a:p>
      </dgm:t>
    </dgm:pt>
    <dgm:pt modelId="{97F47A7F-5051-4070-A5BB-CFF6B5E2B69F}" type="parTrans" cxnId="{17D2605B-E902-41E3-ADB0-10FAB4447952}">
      <dgm:prSet/>
      <dgm:spPr/>
      <dgm:t>
        <a:bodyPr/>
        <a:lstStyle/>
        <a:p>
          <a:endParaRPr lang="en-IN"/>
        </a:p>
      </dgm:t>
    </dgm:pt>
    <dgm:pt modelId="{034AE80B-44AA-48B0-8B92-453AF11A98F3}" type="sibTrans" cxnId="{17D2605B-E902-41E3-ADB0-10FAB4447952}">
      <dgm:prSet/>
      <dgm:spPr/>
      <dgm:t>
        <a:bodyPr/>
        <a:lstStyle/>
        <a:p>
          <a:endParaRPr lang="en-IN"/>
        </a:p>
      </dgm:t>
    </dgm:pt>
    <dgm:pt modelId="{3A5AE93F-4A2E-468B-9D06-26E328CE9F3F}">
      <dgm:prSet phldrT="[Text]" phldr="0" custT="1"/>
      <dgm:spPr/>
      <dgm:t>
        <a:bodyPr/>
        <a:lstStyle/>
        <a:p>
          <a:r>
            <a:rPr lang="en-IN" sz="1300" b="1" dirty="0"/>
            <a:t>4. Adaptive Multimodal Feedback</a:t>
          </a:r>
          <a:endParaRPr lang="en-IN" sz="1300" dirty="0"/>
        </a:p>
      </dgm:t>
    </dgm:pt>
    <dgm:pt modelId="{4A7D3591-1C55-4A21-A6B6-9B7157C091DC}" type="parTrans" cxnId="{A3509946-AA07-401C-A0A8-A307C0AD7A3E}">
      <dgm:prSet/>
      <dgm:spPr/>
      <dgm:t>
        <a:bodyPr/>
        <a:lstStyle/>
        <a:p>
          <a:endParaRPr lang="en-IN"/>
        </a:p>
      </dgm:t>
    </dgm:pt>
    <dgm:pt modelId="{151AA526-611E-4AC6-829E-FC46A9CDC628}" type="sibTrans" cxnId="{A3509946-AA07-401C-A0A8-A307C0AD7A3E}">
      <dgm:prSet/>
      <dgm:spPr/>
      <dgm:t>
        <a:bodyPr/>
        <a:lstStyle/>
        <a:p>
          <a:endParaRPr lang="en-IN"/>
        </a:p>
      </dgm:t>
    </dgm:pt>
    <dgm:pt modelId="{EBF6DF89-793A-46BC-8D67-E02EA7D4CA4E}">
      <dgm:prSet phldrT="[Text]" phldr="0" custT="1"/>
      <dgm:spPr/>
      <dgm:t>
        <a:bodyPr/>
        <a:lstStyle/>
        <a:p>
          <a:r>
            <a:rPr lang="en-IN" sz="1300" b="1" dirty="0"/>
            <a:t>5. Real-Time Evaluation</a:t>
          </a:r>
          <a:endParaRPr lang="en-IN" sz="1300" dirty="0"/>
        </a:p>
      </dgm:t>
    </dgm:pt>
    <dgm:pt modelId="{2958CD4D-2170-4D1E-AB25-8BF5A60E6437}" type="parTrans" cxnId="{BD63F4B0-C3E0-48A0-8002-3F74185CBAD8}">
      <dgm:prSet/>
      <dgm:spPr/>
      <dgm:t>
        <a:bodyPr/>
        <a:lstStyle/>
        <a:p>
          <a:endParaRPr lang="en-IN"/>
        </a:p>
      </dgm:t>
    </dgm:pt>
    <dgm:pt modelId="{E2297920-A551-431D-B75C-9F892D857AF8}" type="sibTrans" cxnId="{BD63F4B0-C3E0-48A0-8002-3F74185CBAD8}">
      <dgm:prSet/>
      <dgm:spPr/>
      <dgm:t>
        <a:bodyPr/>
        <a:lstStyle/>
        <a:p>
          <a:endParaRPr lang="en-IN"/>
        </a:p>
      </dgm:t>
    </dgm:pt>
    <dgm:pt modelId="{1C2A8EF7-ADF5-4D9D-8F47-B10A6C582501}">
      <dgm:prSet custT="1"/>
      <dgm:spPr/>
      <dgm:t>
        <a:bodyPr/>
        <a:lstStyle/>
        <a:p>
          <a:r>
            <a:rPr lang="en-IN" sz="1300" dirty="0"/>
            <a:t>Provide </a:t>
          </a:r>
          <a:r>
            <a:rPr lang="en-IN" sz="1300" b="1" dirty="0"/>
            <a:t>visual, text, and voice-based corrections</a:t>
          </a:r>
          <a:r>
            <a:rPr lang="en-IN" sz="1300" dirty="0"/>
            <a:t>. </a:t>
          </a:r>
        </a:p>
      </dgm:t>
    </dgm:pt>
    <dgm:pt modelId="{44F20799-684E-44EF-A19E-C9FDD2170927}" type="parTrans" cxnId="{98576813-44C5-4E5B-BAE3-26FBD03F6C8C}">
      <dgm:prSet/>
      <dgm:spPr/>
      <dgm:t>
        <a:bodyPr/>
        <a:lstStyle/>
        <a:p>
          <a:endParaRPr lang="en-IN"/>
        </a:p>
      </dgm:t>
    </dgm:pt>
    <dgm:pt modelId="{F03D48EA-CD30-4F5F-9B6D-25D1DF863094}" type="sibTrans" cxnId="{98576813-44C5-4E5B-BAE3-26FBD03F6C8C}">
      <dgm:prSet/>
      <dgm:spPr/>
      <dgm:t>
        <a:bodyPr/>
        <a:lstStyle/>
        <a:p>
          <a:endParaRPr lang="en-IN"/>
        </a:p>
      </dgm:t>
    </dgm:pt>
    <dgm:pt modelId="{D4C230CB-C346-42A9-8854-6424D7A5E23C}">
      <dgm:prSet custT="1"/>
      <dgm:spPr/>
      <dgm:t>
        <a:bodyPr/>
        <a:lstStyle/>
        <a:p>
          <a:r>
            <a:rPr lang="en-IN" sz="1300" dirty="0"/>
            <a:t>Adapt feedback according to </a:t>
          </a:r>
          <a:r>
            <a:rPr lang="en-IN" sz="1300" b="1" dirty="0"/>
            <a:t>user performance and progress</a:t>
          </a:r>
          <a:r>
            <a:rPr lang="en-IN" sz="1300" dirty="0"/>
            <a:t>. </a:t>
          </a:r>
        </a:p>
      </dgm:t>
    </dgm:pt>
    <dgm:pt modelId="{22F4E44D-1E30-4182-A07A-93666E84B0E9}" type="parTrans" cxnId="{9BB5AD6A-1EC0-451D-8E64-3D6DE1A5380C}">
      <dgm:prSet/>
      <dgm:spPr/>
      <dgm:t>
        <a:bodyPr/>
        <a:lstStyle/>
        <a:p>
          <a:endParaRPr lang="en-IN"/>
        </a:p>
      </dgm:t>
    </dgm:pt>
    <dgm:pt modelId="{A4E4FA1C-BFE2-4D42-9566-7242715AC26D}" type="sibTrans" cxnId="{9BB5AD6A-1EC0-451D-8E64-3D6DE1A5380C}">
      <dgm:prSet/>
      <dgm:spPr/>
      <dgm:t>
        <a:bodyPr/>
        <a:lstStyle/>
        <a:p>
          <a:endParaRPr lang="en-IN"/>
        </a:p>
      </dgm:t>
    </dgm:pt>
    <dgm:pt modelId="{ECB746B0-2E57-4EF8-886A-ED3357872D3B}">
      <dgm:prSet custT="1"/>
      <dgm:spPr/>
      <dgm:t>
        <a:bodyPr/>
        <a:lstStyle/>
        <a:p>
          <a:r>
            <a:rPr lang="en-IN" sz="1300" dirty="0"/>
            <a:t>Ensure </a:t>
          </a:r>
          <a:r>
            <a:rPr lang="en-IN" sz="1300" b="1" dirty="0"/>
            <a:t>low latency and high FPS</a:t>
          </a:r>
          <a:r>
            <a:rPr lang="en-IN" sz="1300" dirty="0"/>
            <a:t> on consumer hardware. </a:t>
          </a:r>
        </a:p>
      </dgm:t>
    </dgm:pt>
    <dgm:pt modelId="{466921C1-9F29-41FE-B47D-910F909212C1}" type="parTrans" cxnId="{C3C3D9C9-0F17-4471-8BD6-7CB48402AE1B}">
      <dgm:prSet/>
      <dgm:spPr/>
      <dgm:t>
        <a:bodyPr/>
        <a:lstStyle/>
        <a:p>
          <a:endParaRPr lang="en-IN"/>
        </a:p>
      </dgm:t>
    </dgm:pt>
    <dgm:pt modelId="{2855F9D7-8E2B-4005-B1F1-811F56BE063E}" type="sibTrans" cxnId="{C3C3D9C9-0F17-4471-8BD6-7CB48402AE1B}">
      <dgm:prSet/>
      <dgm:spPr/>
      <dgm:t>
        <a:bodyPr/>
        <a:lstStyle/>
        <a:p>
          <a:endParaRPr lang="en-IN"/>
        </a:p>
      </dgm:t>
    </dgm:pt>
    <dgm:pt modelId="{22D68688-6CD0-43C3-976F-C3E25B617C7E}">
      <dgm:prSet custT="1"/>
      <dgm:spPr/>
      <dgm:t>
        <a:bodyPr/>
        <a:lstStyle/>
        <a:p>
          <a:r>
            <a:rPr lang="en-IN" sz="1300" dirty="0"/>
            <a:t>Evaluate </a:t>
          </a:r>
          <a:r>
            <a:rPr lang="en-IN" sz="1300" b="1" dirty="0"/>
            <a:t>accuracy, correction quality, robustness, false alarms, and latency</a:t>
          </a:r>
          <a:r>
            <a:rPr lang="en-IN" sz="1300" dirty="0"/>
            <a:t>.</a:t>
          </a:r>
        </a:p>
      </dgm:t>
    </dgm:pt>
    <dgm:pt modelId="{5ED71E05-C928-496C-8276-DD7D0208C4A7}" type="parTrans" cxnId="{F89CAE52-CF79-4C88-8117-B80ABA758E96}">
      <dgm:prSet/>
      <dgm:spPr/>
      <dgm:t>
        <a:bodyPr/>
        <a:lstStyle/>
        <a:p>
          <a:endParaRPr lang="en-IN"/>
        </a:p>
      </dgm:t>
    </dgm:pt>
    <dgm:pt modelId="{0B85F2F5-5778-42AE-9755-AB3BB99FA035}" type="sibTrans" cxnId="{F89CAE52-CF79-4C88-8117-B80ABA758E96}">
      <dgm:prSet/>
      <dgm:spPr/>
      <dgm:t>
        <a:bodyPr/>
        <a:lstStyle/>
        <a:p>
          <a:endParaRPr lang="en-IN"/>
        </a:p>
      </dgm:t>
    </dgm:pt>
    <dgm:pt modelId="{981AB21B-9C74-45DF-AE5A-1E520106A982}" type="pres">
      <dgm:prSet presAssocID="{9C4091CD-D3D9-43E5-9E50-18FF3EF46D49}" presName="Name0" presStyleCnt="0">
        <dgm:presLayoutVars>
          <dgm:chMax val="7"/>
          <dgm:chPref val="7"/>
          <dgm:dir/>
        </dgm:presLayoutVars>
      </dgm:prSet>
      <dgm:spPr/>
    </dgm:pt>
    <dgm:pt modelId="{B5251B12-D561-448E-8EAD-92B2DA1BACB1}" type="pres">
      <dgm:prSet presAssocID="{9C4091CD-D3D9-43E5-9E50-18FF3EF46D49}" presName="Name1" presStyleCnt="0"/>
      <dgm:spPr/>
    </dgm:pt>
    <dgm:pt modelId="{9094A54B-67F1-4A38-934A-54229268D6DC}" type="pres">
      <dgm:prSet presAssocID="{9C4091CD-D3D9-43E5-9E50-18FF3EF46D49}" presName="cycle" presStyleCnt="0"/>
      <dgm:spPr/>
    </dgm:pt>
    <dgm:pt modelId="{3952CE8D-7DB8-489E-877E-6825E2A5C72C}" type="pres">
      <dgm:prSet presAssocID="{9C4091CD-D3D9-43E5-9E50-18FF3EF46D49}" presName="srcNode" presStyleLbl="node1" presStyleIdx="0" presStyleCnt="5"/>
      <dgm:spPr/>
    </dgm:pt>
    <dgm:pt modelId="{D3AA6983-03E7-4A0E-A250-EE68E699AB25}" type="pres">
      <dgm:prSet presAssocID="{9C4091CD-D3D9-43E5-9E50-18FF3EF46D49}" presName="conn" presStyleLbl="parChTrans1D2" presStyleIdx="0" presStyleCnt="1"/>
      <dgm:spPr/>
    </dgm:pt>
    <dgm:pt modelId="{12B1CEE5-4520-4522-990D-0348B6416BC9}" type="pres">
      <dgm:prSet presAssocID="{9C4091CD-D3D9-43E5-9E50-18FF3EF46D49}" presName="extraNode" presStyleLbl="node1" presStyleIdx="0" presStyleCnt="5"/>
      <dgm:spPr/>
    </dgm:pt>
    <dgm:pt modelId="{EC061356-57BF-4B9B-995F-D1AA5697DD1C}" type="pres">
      <dgm:prSet presAssocID="{9C4091CD-D3D9-43E5-9E50-18FF3EF46D49}" presName="dstNode" presStyleLbl="node1" presStyleIdx="0" presStyleCnt="5"/>
      <dgm:spPr/>
    </dgm:pt>
    <dgm:pt modelId="{B0517E57-0D7B-441D-B35E-DE56448566B4}" type="pres">
      <dgm:prSet presAssocID="{267B91ED-1E62-4808-BB5F-C6CE9EBAC95B}" presName="text_1" presStyleLbl="node1" presStyleIdx="0" presStyleCnt="5">
        <dgm:presLayoutVars>
          <dgm:bulletEnabled val="1"/>
        </dgm:presLayoutVars>
      </dgm:prSet>
      <dgm:spPr/>
    </dgm:pt>
    <dgm:pt modelId="{C0848F8F-7EE9-4DCB-9D08-809C11BEA94D}" type="pres">
      <dgm:prSet presAssocID="{267B91ED-1E62-4808-BB5F-C6CE9EBAC95B}" presName="accent_1" presStyleCnt="0"/>
      <dgm:spPr/>
    </dgm:pt>
    <dgm:pt modelId="{28968B5D-5A73-42ED-9575-23C77F643D0D}" type="pres">
      <dgm:prSet presAssocID="{267B91ED-1E62-4808-BB5F-C6CE9EBAC95B}" presName="accentRepeatNode" presStyleLbl="solidFgAcc1" presStyleIdx="0" presStyleCnt="5"/>
      <dgm:spPr/>
    </dgm:pt>
    <dgm:pt modelId="{7D3E8E9B-C857-45A9-896F-D9EE1320DE08}" type="pres">
      <dgm:prSet presAssocID="{647326C1-0589-4FE6-89FE-6ED3BE85155D}" presName="text_2" presStyleLbl="node1" presStyleIdx="1" presStyleCnt="5">
        <dgm:presLayoutVars>
          <dgm:bulletEnabled val="1"/>
        </dgm:presLayoutVars>
      </dgm:prSet>
      <dgm:spPr/>
    </dgm:pt>
    <dgm:pt modelId="{57D211D1-41E6-472C-89AA-8FBADF431938}" type="pres">
      <dgm:prSet presAssocID="{647326C1-0589-4FE6-89FE-6ED3BE85155D}" presName="accent_2" presStyleCnt="0"/>
      <dgm:spPr/>
    </dgm:pt>
    <dgm:pt modelId="{0C0B2651-7CF2-4DEE-B4DE-19629A837482}" type="pres">
      <dgm:prSet presAssocID="{647326C1-0589-4FE6-89FE-6ED3BE85155D}" presName="accentRepeatNode" presStyleLbl="solidFgAcc1" presStyleIdx="1" presStyleCnt="5"/>
      <dgm:spPr/>
    </dgm:pt>
    <dgm:pt modelId="{C3C16922-6C75-4CF9-B874-1C1D884F3E5C}" type="pres">
      <dgm:prSet presAssocID="{3A65C129-D80F-41D7-82EC-7ADD695FDBEC}" presName="text_3" presStyleLbl="node1" presStyleIdx="2" presStyleCnt="5">
        <dgm:presLayoutVars>
          <dgm:bulletEnabled val="1"/>
        </dgm:presLayoutVars>
      </dgm:prSet>
      <dgm:spPr/>
    </dgm:pt>
    <dgm:pt modelId="{90088A62-8436-4171-AB0A-78629517502C}" type="pres">
      <dgm:prSet presAssocID="{3A65C129-D80F-41D7-82EC-7ADD695FDBEC}" presName="accent_3" presStyleCnt="0"/>
      <dgm:spPr/>
    </dgm:pt>
    <dgm:pt modelId="{E4EBF559-988E-43F2-BA6D-1D299A73FD4B}" type="pres">
      <dgm:prSet presAssocID="{3A65C129-D80F-41D7-82EC-7ADD695FDBEC}" presName="accentRepeatNode" presStyleLbl="solidFgAcc1" presStyleIdx="2" presStyleCnt="5"/>
      <dgm:spPr/>
    </dgm:pt>
    <dgm:pt modelId="{C73194A3-7CA2-4E38-973D-DFC5AF891182}" type="pres">
      <dgm:prSet presAssocID="{3A5AE93F-4A2E-468B-9D06-26E328CE9F3F}" presName="text_4" presStyleLbl="node1" presStyleIdx="3" presStyleCnt="5">
        <dgm:presLayoutVars>
          <dgm:bulletEnabled val="1"/>
        </dgm:presLayoutVars>
      </dgm:prSet>
      <dgm:spPr/>
    </dgm:pt>
    <dgm:pt modelId="{B86CB3D0-3985-4FF6-BDA8-FD8A72A87384}" type="pres">
      <dgm:prSet presAssocID="{3A5AE93F-4A2E-468B-9D06-26E328CE9F3F}" presName="accent_4" presStyleCnt="0"/>
      <dgm:spPr/>
    </dgm:pt>
    <dgm:pt modelId="{4073B71D-8EBA-49D6-A7B7-F92DD51C4839}" type="pres">
      <dgm:prSet presAssocID="{3A5AE93F-4A2E-468B-9D06-26E328CE9F3F}" presName="accentRepeatNode" presStyleLbl="solidFgAcc1" presStyleIdx="3" presStyleCnt="5"/>
      <dgm:spPr/>
    </dgm:pt>
    <dgm:pt modelId="{A549017F-A212-4A72-A1E4-99CBFBF7E35E}" type="pres">
      <dgm:prSet presAssocID="{EBF6DF89-793A-46BC-8D67-E02EA7D4CA4E}" presName="text_5" presStyleLbl="node1" presStyleIdx="4" presStyleCnt="5">
        <dgm:presLayoutVars>
          <dgm:bulletEnabled val="1"/>
        </dgm:presLayoutVars>
      </dgm:prSet>
      <dgm:spPr/>
    </dgm:pt>
    <dgm:pt modelId="{3812E1E6-2A6A-4A06-A911-583580744A5F}" type="pres">
      <dgm:prSet presAssocID="{EBF6DF89-793A-46BC-8D67-E02EA7D4CA4E}" presName="accent_5" presStyleCnt="0"/>
      <dgm:spPr/>
    </dgm:pt>
    <dgm:pt modelId="{3199966E-1A4C-4A1C-83B9-120BFB421C3D}" type="pres">
      <dgm:prSet presAssocID="{EBF6DF89-793A-46BC-8D67-E02EA7D4CA4E}" presName="accentRepeatNode" presStyleLbl="solidFgAcc1" presStyleIdx="4" presStyleCnt="5"/>
      <dgm:spPr/>
    </dgm:pt>
  </dgm:ptLst>
  <dgm:cxnLst>
    <dgm:cxn modelId="{B3FBDD10-98B8-4E80-934E-F1171CB5C45C}" type="presOf" srcId="{EBF6DF89-793A-46BC-8D67-E02EA7D4CA4E}" destId="{A549017F-A212-4A72-A1E4-99CBFBF7E35E}" srcOrd="0" destOrd="0" presId="urn:microsoft.com/office/officeart/2008/layout/VerticalCurvedList"/>
    <dgm:cxn modelId="{98576813-44C5-4E5B-BAE3-26FBD03F6C8C}" srcId="{3A5AE93F-4A2E-468B-9D06-26E328CE9F3F}" destId="{1C2A8EF7-ADF5-4D9D-8F47-B10A6C582501}" srcOrd="0" destOrd="0" parTransId="{44F20799-684E-44EF-A19E-C9FDD2170927}" sibTransId="{F03D48EA-CD30-4F5F-9B6D-25D1DF863094}"/>
    <dgm:cxn modelId="{E8D54519-D849-42C7-B8BF-6217FFDDAEAF}" type="presOf" srcId="{1C2A8EF7-ADF5-4D9D-8F47-B10A6C582501}" destId="{C73194A3-7CA2-4E38-973D-DFC5AF891182}" srcOrd="0" destOrd="1" presId="urn:microsoft.com/office/officeart/2008/layout/VerticalCurvedList"/>
    <dgm:cxn modelId="{2B5DB634-E761-4006-B697-528FB2D22A63}" type="presOf" srcId="{647326C1-0589-4FE6-89FE-6ED3BE85155D}" destId="{7D3E8E9B-C857-45A9-896F-D9EE1320DE08}" srcOrd="0" destOrd="0" presId="urn:microsoft.com/office/officeart/2008/layout/VerticalCurvedList"/>
    <dgm:cxn modelId="{17D2605B-E902-41E3-ADB0-10FAB4447952}" srcId="{9C4091CD-D3D9-43E5-9E50-18FF3EF46D49}" destId="{3A65C129-D80F-41D7-82EC-7ADD695FDBEC}" srcOrd="2" destOrd="0" parTransId="{97F47A7F-5051-4070-A5BB-CFF6B5E2B69F}" sibTransId="{034AE80B-44AA-48B0-8B92-453AF11A98F3}"/>
    <dgm:cxn modelId="{A3509946-AA07-401C-A0A8-A307C0AD7A3E}" srcId="{9C4091CD-D3D9-43E5-9E50-18FF3EF46D49}" destId="{3A5AE93F-4A2E-468B-9D06-26E328CE9F3F}" srcOrd="3" destOrd="0" parTransId="{4A7D3591-1C55-4A21-A6B6-9B7157C091DC}" sibTransId="{151AA526-611E-4AC6-829E-FC46A9CDC628}"/>
    <dgm:cxn modelId="{E9B86D69-0E69-45AF-83BB-DBDE718BEE6D}" type="presOf" srcId="{ECB746B0-2E57-4EF8-886A-ED3357872D3B}" destId="{A549017F-A212-4A72-A1E4-99CBFBF7E35E}" srcOrd="0" destOrd="1" presId="urn:microsoft.com/office/officeart/2008/layout/VerticalCurvedList"/>
    <dgm:cxn modelId="{9BB5AD6A-1EC0-451D-8E64-3D6DE1A5380C}" srcId="{3A5AE93F-4A2E-468B-9D06-26E328CE9F3F}" destId="{D4C230CB-C346-42A9-8854-6424D7A5E23C}" srcOrd="1" destOrd="0" parTransId="{22F4E44D-1E30-4182-A07A-93666E84B0E9}" sibTransId="{A4E4FA1C-BFE2-4D42-9566-7242715AC26D}"/>
    <dgm:cxn modelId="{E42B476E-3E2C-458F-A680-92F073075205}" type="presOf" srcId="{3E2B7EB8-4EB2-44BD-AD67-AA3C466AC8DC}" destId="{D3AA6983-03E7-4A0E-A250-EE68E699AB25}" srcOrd="0" destOrd="0" presId="urn:microsoft.com/office/officeart/2008/layout/VerticalCurvedList"/>
    <dgm:cxn modelId="{6E3CC370-BEDE-42D3-B0CF-FADF2CEB0E0C}" type="presOf" srcId="{D4C230CB-C346-42A9-8854-6424D7A5E23C}" destId="{C73194A3-7CA2-4E38-973D-DFC5AF891182}" srcOrd="0" destOrd="2" presId="urn:microsoft.com/office/officeart/2008/layout/VerticalCurvedList"/>
    <dgm:cxn modelId="{F89CAE52-CF79-4C88-8117-B80ABA758E96}" srcId="{EBF6DF89-793A-46BC-8D67-E02EA7D4CA4E}" destId="{22D68688-6CD0-43C3-976F-C3E25B617C7E}" srcOrd="1" destOrd="0" parTransId="{5ED71E05-C928-496C-8276-DD7D0208C4A7}" sibTransId="{0B85F2F5-5778-42AE-9755-AB3BB99FA035}"/>
    <dgm:cxn modelId="{CBEED856-CC20-43EB-B248-0929DD0763A1}" srcId="{9C4091CD-D3D9-43E5-9E50-18FF3EF46D49}" destId="{267B91ED-1E62-4808-BB5F-C6CE9EBAC95B}" srcOrd="0" destOrd="0" parTransId="{29F4A42A-06B0-4694-B13E-492A723E9D56}" sibTransId="{3E2B7EB8-4EB2-44BD-AD67-AA3C466AC8DC}"/>
    <dgm:cxn modelId="{7E49E491-7D9D-4FB4-BF72-7910445EAE5D}" srcId="{9C4091CD-D3D9-43E5-9E50-18FF3EF46D49}" destId="{647326C1-0589-4FE6-89FE-6ED3BE85155D}" srcOrd="1" destOrd="0" parTransId="{D9742E30-4476-4459-A111-F1BCC785C091}" sibTransId="{DCFB0CED-E621-4C3F-B99B-F26D3C2C396E}"/>
    <dgm:cxn modelId="{A419809C-62AF-4B55-B909-84CB73532DF7}" type="presOf" srcId="{22D68688-6CD0-43C3-976F-C3E25B617C7E}" destId="{A549017F-A212-4A72-A1E4-99CBFBF7E35E}" srcOrd="0" destOrd="2" presId="urn:microsoft.com/office/officeart/2008/layout/VerticalCurvedList"/>
    <dgm:cxn modelId="{BD63F4B0-C3E0-48A0-8002-3F74185CBAD8}" srcId="{9C4091CD-D3D9-43E5-9E50-18FF3EF46D49}" destId="{EBF6DF89-793A-46BC-8D67-E02EA7D4CA4E}" srcOrd="4" destOrd="0" parTransId="{2958CD4D-2170-4D1E-AB25-8BF5A60E6437}" sibTransId="{E2297920-A551-431D-B75C-9F892D857AF8}"/>
    <dgm:cxn modelId="{0F4BB7B8-E95F-4DC4-AFAD-C84DD1D03F5E}" type="presOf" srcId="{267B91ED-1E62-4808-BB5F-C6CE9EBAC95B}" destId="{B0517E57-0D7B-441D-B35E-DE56448566B4}" srcOrd="0" destOrd="0" presId="urn:microsoft.com/office/officeart/2008/layout/VerticalCurvedList"/>
    <dgm:cxn modelId="{00BCFDC5-5392-4AF7-9945-0C124D339884}" type="presOf" srcId="{9C4091CD-D3D9-43E5-9E50-18FF3EF46D49}" destId="{981AB21B-9C74-45DF-AE5A-1E520106A982}" srcOrd="0" destOrd="0" presId="urn:microsoft.com/office/officeart/2008/layout/VerticalCurvedList"/>
    <dgm:cxn modelId="{C3C3D9C9-0F17-4471-8BD6-7CB48402AE1B}" srcId="{EBF6DF89-793A-46BC-8D67-E02EA7D4CA4E}" destId="{ECB746B0-2E57-4EF8-886A-ED3357872D3B}" srcOrd="0" destOrd="0" parTransId="{466921C1-9F29-41FE-B47D-910F909212C1}" sibTransId="{2855F9D7-8E2B-4005-B1F1-811F56BE063E}"/>
    <dgm:cxn modelId="{9F8EFDE7-4C0F-4E60-8FC7-363D913E7A5F}" type="presOf" srcId="{3A5AE93F-4A2E-468B-9D06-26E328CE9F3F}" destId="{C73194A3-7CA2-4E38-973D-DFC5AF891182}" srcOrd="0" destOrd="0" presId="urn:microsoft.com/office/officeart/2008/layout/VerticalCurvedList"/>
    <dgm:cxn modelId="{1EBCE2F5-7CEC-4579-B412-8D1E71F6FF61}" type="presOf" srcId="{3A65C129-D80F-41D7-82EC-7ADD695FDBEC}" destId="{C3C16922-6C75-4CF9-B874-1C1D884F3E5C}" srcOrd="0" destOrd="0" presId="urn:microsoft.com/office/officeart/2008/layout/VerticalCurvedList"/>
    <dgm:cxn modelId="{CE1B43A6-DD82-456E-A67F-AAAC0D6B8D12}" type="presParOf" srcId="{981AB21B-9C74-45DF-AE5A-1E520106A982}" destId="{B5251B12-D561-448E-8EAD-92B2DA1BACB1}" srcOrd="0" destOrd="0" presId="urn:microsoft.com/office/officeart/2008/layout/VerticalCurvedList"/>
    <dgm:cxn modelId="{A5890164-6810-49E0-BEEE-B48C96BEBD88}" type="presParOf" srcId="{B5251B12-D561-448E-8EAD-92B2DA1BACB1}" destId="{9094A54B-67F1-4A38-934A-54229268D6DC}" srcOrd="0" destOrd="0" presId="urn:microsoft.com/office/officeart/2008/layout/VerticalCurvedList"/>
    <dgm:cxn modelId="{41BC24AB-4DB3-4130-B965-E9A1121EBC73}" type="presParOf" srcId="{9094A54B-67F1-4A38-934A-54229268D6DC}" destId="{3952CE8D-7DB8-489E-877E-6825E2A5C72C}" srcOrd="0" destOrd="0" presId="urn:microsoft.com/office/officeart/2008/layout/VerticalCurvedList"/>
    <dgm:cxn modelId="{EF1AF274-DE04-44D2-8D8D-0267140BB8C6}" type="presParOf" srcId="{9094A54B-67F1-4A38-934A-54229268D6DC}" destId="{D3AA6983-03E7-4A0E-A250-EE68E699AB25}" srcOrd="1" destOrd="0" presId="urn:microsoft.com/office/officeart/2008/layout/VerticalCurvedList"/>
    <dgm:cxn modelId="{52CE01CD-A782-4799-8EE3-E9B10ECFDC8F}" type="presParOf" srcId="{9094A54B-67F1-4A38-934A-54229268D6DC}" destId="{12B1CEE5-4520-4522-990D-0348B6416BC9}" srcOrd="2" destOrd="0" presId="urn:microsoft.com/office/officeart/2008/layout/VerticalCurvedList"/>
    <dgm:cxn modelId="{BA007C94-04A2-4DBB-9227-50E813A80CC5}" type="presParOf" srcId="{9094A54B-67F1-4A38-934A-54229268D6DC}" destId="{EC061356-57BF-4B9B-995F-D1AA5697DD1C}" srcOrd="3" destOrd="0" presId="urn:microsoft.com/office/officeart/2008/layout/VerticalCurvedList"/>
    <dgm:cxn modelId="{7CE66376-6D31-48A6-8026-D6792A69EB7C}" type="presParOf" srcId="{B5251B12-D561-448E-8EAD-92B2DA1BACB1}" destId="{B0517E57-0D7B-441D-B35E-DE56448566B4}" srcOrd="1" destOrd="0" presId="urn:microsoft.com/office/officeart/2008/layout/VerticalCurvedList"/>
    <dgm:cxn modelId="{0D16C666-87D6-49FB-B34F-A4096158E926}" type="presParOf" srcId="{B5251B12-D561-448E-8EAD-92B2DA1BACB1}" destId="{C0848F8F-7EE9-4DCB-9D08-809C11BEA94D}" srcOrd="2" destOrd="0" presId="urn:microsoft.com/office/officeart/2008/layout/VerticalCurvedList"/>
    <dgm:cxn modelId="{C3B44EBB-42F5-417C-8484-D7FCAA4C6E05}" type="presParOf" srcId="{C0848F8F-7EE9-4DCB-9D08-809C11BEA94D}" destId="{28968B5D-5A73-42ED-9575-23C77F643D0D}" srcOrd="0" destOrd="0" presId="urn:microsoft.com/office/officeart/2008/layout/VerticalCurvedList"/>
    <dgm:cxn modelId="{18D684C5-8F24-41A5-A36F-41D19914CEEE}" type="presParOf" srcId="{B5251B12-D561-448E-8EAD-92B2DA1BACB1}" destId="{7D3E8E9B-C857-45A9-896F-D9EE1320DE08}" srcOrd="3" destOrd="0" presId="urn:microsoft.com/office/officeart/2008/layout/VerticalCurvedList"/>
    <dgm:cxn modelId="{E4A546EF-21F0-4C68-887C-9CC71CE2D5E9}" type="presParOf" srcId="{B5251B12-D561-448E-8EAD-92B2DA1BACB1}" destId="{57D211D1-41E6-472C-89AA-8FBADF431938}" srcOrd="4" destOrd="0" presId="urn:microsoft.com/office/officeart/2008/layout/VerticalCurvedList"/>
    <dgm:cxn modelId="{A2CE7CCF-FBA7-4A4B-A020-1807A01F8B6E}" type="presParOf" srcId="{57D211D1-41E6-472C-89AA-8FBADF431938}" destId="{0C0B2651-7CF2-4DEE-B4DE-19629A837482}" srcOrd="0" destOrd="0" presId="urn:microsoft.com/office/officeart/2008/layout/VerticalCurvedList"/>
    <dgm:cxn modelId="{00F78C82-70BC-47A0-94D8-0BFE0AA613FA}" type="presParOf" srcId="{B5251B12-D561-448E-8EAD-92B2DA1BACB1}" destId="{C3C16922-6C75-4CF9-B874-1C1D884F3E5C}" srcOrd="5" destOrd="0" presId="urn:microsoft.com/office/officeart/2008/layout/VerticalCurvedList"/>
    <dgm:cxn modelId="{E94946F8-D8B4-4D53-94C7-F705C0A93E6E}" type="presParOf" srcId="{B5251B12-D561-448E-8EAD-92B2DA1BACB1}" destId="{90088A62-8436-4171-AB0A-78629517502C}" srcOrd="6" destOrd="0" presId="urn:microsoft.com/office/officeart/2008/layout/VerticalCurvedList"/>
    <dgm:cxn modelId="{746318F0-31A8-463F-814B-35EBE4437CC5}" type="presParOf" srcId="{90088A62-8436-4171-AB0A-78629517502C}" destId="{E4EBF559-988E-43F2-BA6D-1D299A73FD4B}" srcOrd="0" destOrd="0" presId="urn:microsoft.com/office/officeart/2008/layout/VerticalCurvedList"/>
    <dgm:cxn modelId="{DACBB3F0-7FCB-46BC-9E97-82819AC8CEF2}" type="presParOf" srcId="{B5251B12-D561-448E-8EAD-92B2DA1BACB1}" destId="{C73194A3-7CA2-4E38-973D-DFC5AF891182}" srcOrd="7" destOrd="0" presId="urn:microsoft.com/office/officeart/2008/layout/VerticalCurvedList"/>
    <dgm:cxn modelId="{4C3516C8-8CF1-4E88-A5CC-4A2313B6B2E4}" type="presParOf" srcId="{B5251B12-D561-448E-8EAD-92B2DA1BACB1}" destId="{B86CB3D0-3985-4FF6-BDA8-FD8A72A87384}" srcOrd="8" destOrd="0" presId="urn:microsoft.com/office/officeart/2008/layout/VerticalCurvedList"/>
    <dgm:cxn modelId="{80E2441C-3CA2-4CC0-AAFA-9C01CF7337B6}" type="presParOf" srcId="{B86CB3D0-3985-4FF6-BDA8-FD8A72A87384}" destId="{4073B71D-8EBA-49D6-A7B7-F92DD51C4839}" srcOrd="0" destOrd="0" presId="urn:microsoft.com/office/officeart/2008/layout/VerticalCurvedList"/>
    <dgm:cxn modelId="{9326A226-68EC-4C54-A154-8DE887F425E1}" type="presParOf" srcId="{B5251B12-D561-448E-8EAD-92B2DA1BACB1}" destId="{A549017F-A212-4A72-A1E4-99CBFBF7E35E}" srcOrd="9" destOrd="0" presId="urn:microsoft.com/office/officeart/2008/layout/VerticalCurvedList"/>
    <dgm:cxn modelId="{93F5A7E5-A7B3-4045-839B-59448CFDA7A8}" type="presParOf" srcId="{B5251B12-D561-448E-8EAD-92B2DA1BACB1}" destId="{3812E1E6-2A6A-4A06-A911-583580744A5F}" srcOrd="10" destOrd="0" presId="urn:microsoft.com/office/officeart/2008/layout/VerticalCurvedList"/>
    <dgm:cxn modelId="{B89670C1-B46B-4680-8DEB-644DD0B62153}" type="presParOf" srcId="{3812E1E6-2A6A-4A06-A911-583580744A5F}" destId="{3199966E-1A4C-4A1C-83B9-120BFB421C3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50CBB8-12EC-4E60-8FAD-F48F8B909B2A}">
      <dsp:nvSpPr>
        <dsp:cNvPr id="0" name=""/>
        <dsp:cNvSpPr/>
      </dsp:nvSpPr>
      <dsp:spPr>
        <a:xfrm rot="5400000">
          <a:off x="-289718" y="292805"/>
          <a:ext cx="1931458" cy="13520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 dirty="0"/>
            <a:t> </a:t>
          </a:r>
        </a:p>
      </dsp:txBody>
      <dsp:txXfrm rot="-5400000">
        <a:off x="1" y="679096"/>
        <a:ext cx="1352020" cy="579438"/>
      </dsp:txXfrm>
    </dsp:sp>
    <dsp:sp modelId="{C9146130-9C40-4D91-833A-24FEBB041AF1}">
      <dsp:nvSpPr>
        <dsp:cNvPr id="0" name=""/>
        <dsp:cNvSpPr/>
      </dsp:nvSpPr>
      <dsp:spPr>
        <a:xfrm rot="5400000">
          <a:off x="4112286" y="-2757179"/>
          <a:ext cx="1255447" cy="67759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ea typeface="+mn-lt"/>
              <a:cs typeface="+mn-lt"/>
            </a:rPr>
            <a:t>EXISTING SYSTEMS</a:t>
          </a:r>
          <a:endParaRPr lang="en-IN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ea typeface="+mn-lt"/>
              <a:cs typeface="+mn-lt"/>
            </a:rPr>
            <a:t>Most existing yoga systems focus mainly on recognizing or classifying the yoga pose rather than </a:t>
          </a:r>
          <a:r>
            <a:rPr lang="en-US" sz="1400" kern="1200" dirty="0" err="1">
              <a:ea typeface="+mn-lt"/>
              <a:cs typeface="+mn-lt"/>
            </a:rPr>
            <a:t>analysing</a:t>
          </a:r>
          <a:r>
            <a:rPr lang="en-US" sz="1400" kern="1200" dirty="0">
              <a:ea typeface="+mn-lt"/>
              <a:cs typeface="+mn-lt"/>
            </a:rPr>
            <a:t> the quality of its execution.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ea typeface="+mn-lt"/>
              <a:cs typeface="+mn-lt"/>
            </a:rPr>
            <a:t>Pose recognition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ea typeface="+mn-lt"/>
              <a:cs typeface="+mn-lt"/>
            </a:rPr>
            <a:t>correct/incorrect</a:t>
          </a:r>
        </a:p>
      </dsp:txBody>
      <dsp:txXfrm rot="-5400000">
        <a:off x="1352020" y="64373"/>
        <a:ext cx="6714693" cy="1132875"/>
      </dsp:txXfrm>
    </dsp:sp>
    <dsp:sp modelId="{2C58E85F-8CCF-441E-B4AC-BFAE2987701D}">
      <dsp:nvSpPr>
        <dsp:cNvPr id="0" name=""/>
        <dsp:cNvSpPr/>
      </dsp:nvSpPr>
      <dsp:spPr>
        <a:xfrm rot="5400000">
          <a:off x="-289718" y="2033323"/>
          <a:ext cx="1931458" cy="13520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 dirty="0"/>
            <a:t> </a:t>
          </a:r>
        </a:p>
      </dsp:txBody>
      <dsp:txXfrm rot="-5400000">
        <a:off x="1" y="2419614"/>
        <a:ext cx="1352020" cy="579438"/>
      </dsp:txXfrm>
    </dsp:sp>
    <dsp:sp modelId="{153DBFC0-19A4-4A5F-84D7-EA536BC0B525}">
      <dsp:nvSpPr>
        <dsp:cNvPr id="0" name=""/>
        <dsp:cNvSpPr/>
      </dsp:nvSpPr>
      <dsp:spPr>
        <a:xfrm rot="5400000">
          <a:off x="4112286" y="-1016661"/>
          <a:ext cx="1255447" cy="67759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/>
            <a:buChar char="•"/>
          </a:pPr>
          <a:r>
            <a:rPr lang="en-US" sz="1200" b="1" kern="1200" dirty="0"/>
            <a:t>LIMITATION</a:t>
          </a:r>
          <a:endParaRPr lang="en-IN" sz="12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Pose recognition alone does not provide detailed information about the posture error.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It cannot determine: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	Which joint is misaligned, How much the joint deviates, How severe the error is, What correction the user should perform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</dsp:txBody>
      <dsp:txXfrm rot="-5400000">
        <a:off x="1352020" y="1804891"/>
        <a:ext cx="6714693" cy="1132875"/>
      </dsp:txXfrm>
    </dsp:sp>
    <dsp:sp modelId="{E5B42374-2C39-4789-AB75-D3B56B3D312F}">
      <dsp:nvSpPr>
        <dsp:cNvPr id="0" name=""/>
        <dsp:cNvSpPr/>
      </dsp:nvSpPr>
      <dsp:spPr>
        <a:xfrm rot="5400000">
          <a:off x="-289718" y="3773840"/>
          <a:ext cx="1931458" cy="13520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 dirty="0"/>
            <a:t> </a:t>
          </a:r>
        </a:p>
      </dsp:txBody>
      <dsp:txXfrm rot="-5400000">
        <a:off x="1" y="4160131"/>
        <a:ext cx="1352020" cy="579438"/>
      </dsp:txXfrm>
    </dsp:sp>
    <dsp:sp modelId="{F102A563-0C93-4817-B8DB-F2E732E3F726}">
      <dsp:nvSpPr>
        <dsp:cNvPr id="0" name=""/>
        <dsp:cNvSpPr/>
      </dsp:nvSpPr>
      <dsp:spPr>
        <a:xfrm rot="5400000">
          <a:off x="4112286" y="723856"/>
          <a:ext cx="1255447" cy="67759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1" kern="1200" dirty="0">
              <a:ea typeface="+mn-lt"/>
              <a:cs typeface="+mn-lt"/>
            </a:rPr>
            <a:t>PROPOSED APPROACH</a:t>
          </a:r>
          <a:endParaRPr lang="en-IN" sz="12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ea typeface="+mn-lt"/>
              <a:cs typeface="+mn-lt"/>
            </a:rPr>
            <a:t>Joint-level posture analysis goes beyond simply recognizing the yoga pose.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ea typeface="+mn-lt"/>
              <a:cs typeface="+mn-lt"/>
            </a:rPr>
            <a:t>The system analyses: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ea typeface="+mn-lt"/>
              <a:cs typeface="+mn-lt"/>
            </a:rPr>
            <a:t>Camera Input, Pose Estimation, Joint-Level Analysis, Deviation Magnitude, Error Severity,  Specific Correction</a:t>
          </a:r>
        </a:p>
      </dsp:txBody>
      <dsp:txXfrm rot="-5400000">
        <a:off x="1352020" y="3545408"/>
        <a:ext cx="6714693" cy="11328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7CB18D-D2C2-405C-BF97-425E1A66FF6F}">
      <dsp:nvSpPr>
        <dsp:cNvPr id="0" name=""/>
        <dsp:cNvSpPr/>
      </dsp:nvSpPr>
      <dsp:spPr>
        <a:xfrm>
          <a:off x="1975786" y="0"/>
          <a:ext cx="1926164" cy="168371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Provide Correction</a:t>
          </a:r>
        </a:p>
      </dsp:txBody>
      <dsp:txXfrm>
        <a:off x="2457327" y="252557"/>
        <a:ext cx="939005" cy="1178597"/>
      </dsp:txXfrm>
    </dsp:sp>
    <dsp:sp modelId="{393FF446-37F3-4C63-83DE-0730421820CD}">
      <dsp:nvSpPr>
        <dsp:cNvPr id="0" name=""/>
        <dsp:cNvSpPr/>
      </dsp:nvSpPr>
      <dsp:spPr>
        <a:xfrm>
          <a:off x="1494245" y="360313"/>
          <a:ext cx="963082" cy="9630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High</a:t>
          </a:r>
        </a:p>
      </dsp:txBody>
      <dsp:txXfrm>
        <a:off x="1635285" y="501353"/>
        <a:ext cx="681002" cy="681002"/>
      </dsp:txXfrm>
    </dsp:sp>
    <dsp:sp modelId="{DE4B30C2-C4FB-42FE-8A31-A17BD7542B16}">
      <dsp:nvSpPr>
        <dsp:cNvPr id="0" name=""/>
        <dsp:cNvSpPr/>
      </dsp:nvSpPr>
      <dsp:spPr>
        <a:xfrm>
          <a:off x="4553513" y="0"/>
          <a:ext cx="1926164" cy="168371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Limited/ Soft Feedback</a:t>
          </a:r>
        </a:p>
      </dsp:txBody>
      <dsp:txXfrm>
        <a:off x="5035054" y="252557"/>
        <a:ext cx="939005" cy="1178597"/>
      </dsp:txXfrm>
    </dsp:sp>
    <dsp:sp modelId="{A97EA704-385B-44EF-9E79-96244C73C7BB}">
      <dsp:nvSpPr>
        <dsp:cNvPr id="0" name=""/>
        <dsp:cNvSpPr/>
      </dsp:nvSpPr>
      <dsp:spPr>
        <a:xfrm>
          <a:off x="4071972" y="360313"/>
          <a:ext cx="963082" cy="9630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Medium</a:t>
          </a:r>
        </a:p>
      </dsp:txBody>
      <dsp:txXfrm>
        <a:off x="4213012" y="501353"/>
        <a:ext cx="681002" cy="681002"/>
      </dsp:txXfrm>
    </dsp:sp>
    <dsp:sp modelId="{96A171B7-2A71-4F8B-80B1-5386BA06CBFE}">
      <dsp:nvSpPr>
        <dsp:cNvPr id="0" name=""/>
        <dsp:cNvSpPr/>
      </dsp:nvSpPr>
      <dsp:spPr>
        <a:xfrm>
          <a:off x="7131240" y="0"/>
          <a:ext cx="1926164" cy="168371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1778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Suppress Correction and Reposition</a:t>
          </a:r>
        </a:p>
      </dsp:txBody>
      <dsp:txXfrm>
        <a:off x="7612781" y="252557"/>
        <a:ext cx="939005" cy="1178597"/>
      </dsp:txXfrm>
    </dsp:sp>
    <dsp:sp modelId="{28EE8F6B-D5C5-41D9-A31F-87AE2A6E9492}">
      <dsp:nvSpPr>
        <dsp:cNvPr id="0" name=""/>
        <dsp:cNvSpPr/>
      </dsp:nvSpPr>
      <dsp:spPr>
        <a:xfrm>
          <a:off x="6649699" y="360313"/>
          <a:ext cx="963082" cy="9630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Low</a:t>
          </a:r>
        </a:p>
      </dsp:txBody>
      <dsp:txXfrm>
        <a:off x="6790739" y="501353"/>
        <a:ext cx="681002" cy="6810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A6983-03E7-4A0E-A250-EE68E699AB25}">
      <dsp:nvSpPr>
        <dsp:cNvPr id="0" name=""/>
        <dsp:cNvSpPr/>
      </dsp:nvSpPr>
      <dsp:spPr>
        <a:xfrm>
          <a:off x="-6941199" y="-1061193"/>
          <a:ext cx="8260720" cy="8260720"/>
        </a:xfrm>
        <a:prstGeom prst="blockArc">
          <a:avLst>
            <a:gd name="adj1" fmla="val 18900000"/>
            <a:gd name="adj2" fmla="val 2700000"/>
            <a:gd name="adj3" fmla="val 261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517E57-0D7B-441D-B35E-DE56448566B4}">
      <dsp:nvSpPr>
        <dsp:cNvPr id="0" name=""/>
        <dsp:cNvSpPr/>
      </dsp:nvSpPr>
      <dsp:spPr>
        <a:xfrm>
          <a:off x="576219" y="383523"/>
          <a:ext cx="6771611" cy="7675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233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300" b="1" kern="1200" dirty="0"/>
            <a:t>1. Personalized Assessment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300" kern="1200" dirty="0"/>
            <a:t>Calibrate for </a:t>
          </a:r>
          <a:r>
            <a:rPr lang="en-IN" sz="1300" b="1" kern="1200" dirty="0"/>
            <a:t>body proportions and joint structure</a:t>
          </a:r>
          <a:r>
            <a:rPr lang="en-IN" sz="1300" kern="1200" dirty="0"/>
            <a:t>.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300" kern="1200" dirty="0"/>
            <a:t>Establish a </a:t>
          </a:r>
          <a:r>
            <a:rPr lang="en-IN" sz="1300" b="1" kern="1200" dirty="0"/>
            <a:t>user-specific posture baseline</a:t>
          </a:r>
          <a:r>
            <a:rPr lang="en-IN" sz="1300" kern="1200" dirty="0"/>
            <a:t>. </a:t>
          </a:r>
        </a:p>
      </dsp:txBody>
      <dsp:txXfrm>
        <a:off x="576219" y="383523"/>
        <a:ext cx="6771611" cy="767537"/>
      </dsp:txXfrm>
    </dsp:sp>
    <dsp:sp modelId="{28968B5D-5A73-42ED-9575-23C77F643D0D}">
      <dsp:nvSpPr>
        <dsp:cNvPr id="0" name=""/>
        <dsp:cNvSpPr/>
      </dsp:nvSpPr>
      <dsp:spPr>
        <a:xfrm>
          <a:off x="96508" y="287580"/>
          <a:ext cx="959421" cy="95942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3E8E9B-C857-45A9-896F-D9EE1320DE08}">
      <dsp:nvSpPr>
        <dsp:cNvPr id="0" name=""/>
        <dsp:cNvSpPr/>
      </dsp:nvSpPr>
      <dsp:spPr>
        <a:xfrm>
          <a:off x="1126213" y="1534460"/>
          <a:ext cx="6221616" cy="7675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233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300" b="1" kern="1200" dirty="0"/>
            <a:t>2. Robust Pose Representation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300" kern="1200" dirty="0"/>
            <a:t>Extract </a:t>
          </a:r>
          <a:r>
            <a:rPr lang="en-IN" sz="1300" b="1" kern="1200" dirty="0"/>
            <a:t>normalized key points, angles, and alignment features</a:t>
          </a:r>
          <a:r>
            <a:rPr lang="en-IN" sz="1300" kern="1200" dirty="0"/>
            <a:t>.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300" kern="1200" dirty="0"/>
            <a:t>Handle variations in </a:t>
          </a:r>
          <a:r>
            <a:rPr lang="en-IN" sz="1300" b="1" kern="1200" dirty="0"/>
            <a:t>body size, viewpoint, lighting, and occlusion</a:t>
          </a:r>
          <a:r>
            <a:rPr lang="en-IN" sz="1300" kern="1200" dirty="0"/>
            <a:t>. </a:t>
          </a:r>
        </a:p>
      </dsp:txBody>
      <dsp:txXfrm>
        <a:off x="1126213" y="1534460"/>
        <a:ext cx="6221616" cy="767537"/>
      </dsp:txXfrm>
    </dsp:sp>
    <dsp:sp modelId="{0C0B2651-7CF2-4DEE-B4DE-19629A837482}">
      <dsp:nvSpPr>
        <dsp:cNvPr id="0" name=""/>
        <dsp:cNvSpPr/>
      </dsp:nvSpPr>
      <dsp:spPr>
        <a:xfrm>
          <a:off x="646503" y="1438518"/>
          <a:ext cx="959421" cy="95942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C16922-6C75-4CF9-B874-1C1D884F3E5C}">
      <dsp:nvSpPr>
        <dsp:cNvPr id="0" name=""/>
        <dsp:cNvSpPr/>
      </dsp:nvSpPr>
      <dsp:spPr>
        <a:xfrm>
          <a:off x="1295018" y="2685398"/>
          <a:ext cx="6052812" cy="7675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233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300" b="1" kern="1200" dirty="0"/>
            <a:t>3. Joint-Level Error Detection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300" kern="1200" dirty="0"/>
            <a:t>Detect </a:t>
          </a:r>
          <a:r>
            <a:rPr lang="en-IN" sz="1300" b="1" kern="1200" dirty="0"/>
            <a:t>misaligned joints and deviation severity</a:t>
          </a:r>
          <a:r>
            <a:rPr lang="en-IN" sz="1300" kern="1200" dirty="0"/>
            <a:t>.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300" kern="1200" dirty="0"/>
            <a:t>Use </a:t>
          </a:r>
          <a:r>
            <a:rPr lang="en-IN" sz="1300" b="1" kern="1200" dirty="0"/>
            <a:t>landmark confidence and temporal stability</a:t>
          </a:r>
          <a:r>
            <a:rPr lang="en-IN" sz="1300" kern="1200" dirty="0"/>
            <a:t> for reliable results. </a:t>
          </a:r>
        </a:p>
      </dsp:txBody>
      <dsp:txXfrm>
        <a:off x="1295018" y="2685398"/>
        <a:ext cx="6052812" cy="767537"/>
      </dsp:txXfrm>
    </dsp:sp>
    <dsp:sp modelId="{E4EBF559-988E-43F2-BA6D-1D299A73FD4B}">
      <dsp:nvSpPr>
        <dsp:cNvPr id="0" name=""/>
        <dsp:cNvSpPr/>
      </dsp:nvSpPr>
      <dsp:spPr>
        <a:xfrm>
          <a:off x="815307" y="2589456"/>
          <a:ext cx="959421" cy="95942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194A3-7CA2-4E38-973D-DFC5AF891182}">
      <dsp:nvSpPr>
        <dsp:cNvPr id="0" name=""/>
        <dsp:cNvSpPr/>
      </dsp:nvSpPr>
      <dsp:spPr>
        <a:xfrm>
          <a:off x="1126213" y="3836335"/>
          <a:ext cx="6221616" cy="7675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233" tIns="33020" rIns="33020" bIns="3302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4. Adaptive Multimodal Feedback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Provide </a:t>
          </a:r>
          <a:r>
            <a:rPr lang="en-IN" sz="1300" b="1" kern="1200" dirty="0"/>
            <a:t>visual, text, and voice-based corrections</a:t>
          </a:r>
          <a:r>
            <a:rPr lang="en-IN" sz="1300" kern="1200" dirty="0"/>
            <a:t>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Adapt feedback according to </a:t>
          </a:r>
          <a:r>
            <a:rPr lang="en-IN" sz="1300" b="1" kern="1200" dirty="0"/>
            <a:t>user performance and progress</a:t>
          </a:r>
          <a:r>
            <a:rPr lang="en-IN" sz="1300" kern="1200" dirty="0"/>
            <a:t>. </a:t>
          </a:r>
        </a:p>
      </dsp:txBody>
      <dsp:txXfrm>
        <a:off x="1126213" y="3836335"/>
        <a:ext cx="6221616" cy="767537"/>
      </dsp:txXfrm>
    </dsp:sp>
    <dsp:sp modelId="{4073B71D-8EBA-49D6-A7B7-F92DD51C4839}">
      <dsp:nvSpPr>
        <dsp:cNvPr id="0" name=""/>
        <dsp:cNvSpPr/>
      </dsp:nvSpPr>
      <dsp:spPr>
        <a:xfrm>
          <a:off x="646503" y="3740393"/>
          <a:ext cx="959421" cy="95942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49017F-A212-4A72-A1E4-99CBFBF7E35E}">
      <dsp:nvSpPr>
        <dsp:cNvPr id="0" name=""/>
        <dsp:cNvSpPr/>
      </dsp:nvSpPr>
      <dsp:spPr>
        <a:xfrm>
          <a:off x="576219" y="4987273"/>
          <a:ext cx="6771611" cy="7675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233" tIns="33020" rIns="33020" bIns="3302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5. Real-Time Evaluation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Ensure </a:t>
          </a:r>
          <a:r>
            <a:rPr lang="en-IN" sz="1300" b="1" kern="1200" dirty="0"/>
            <a:t>low latency and high FPS</a:t>
          </a:r>
          <a:r>
            <a:rPr lang="en-IN" sz="1300" kern="1200" dirty="0"/>
            <a:t> on consumer hardware.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Evaluate </a:t>
          </a:r>
          <a:r>
            <a:rPr lang="en-IN" sz="1300" b="1" kern="1200" dirty="0"/>
            <a:t>accuracy, correction quality, robustness, false alarms, and latency</a:t>
          </a:r>
          <a:r>
            <a:rPr lang="en-IN" sz="1300" kern="1200" dirty="0"/>
            <a:t>.</a:t>
          </a:r>
        </a:p>
      </dsp:txBody>
      <dsp:txXfrm>
        <a:off x="576219" y="4987273"/>
        <a:ext cx="6771611" cy="767537"/>
      </dsp:txXfrm>
    </dsp:sp>
    <dsp:sp modelId="{3199966E-1A4C-4A1C-83B9-120BFB421C3D}">
      <dsp:nvSpPr>
        <dsp:cNvPr id="0" name=""/>
        <dsp:cNvSpPr/>
      </dsp:nvSpPr>
      <dsp:spPr>
        <a:xfrm>
          <a:off x="96508" y="4891331"/>
          <a:ext cx="959421" cy="95942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27942D-9539-46D7-A19E-D1DA989E430C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421E0-0709-4688-99D8-D9DC99186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875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421E0-0709-4688-99D8-D9DC9918696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73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421E0-0709-4688-99D8-D9DC9918696B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788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8964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60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69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93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11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7353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93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13885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146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1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43672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3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06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24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8886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3333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247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675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4810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2101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376298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022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7543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474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426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4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838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DECE2-BBBA-DF2C-008F-5AE213C39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5FE8B-B649-C95F-61E5-8AD862A61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49798-2807-5369-1741-2877B63AE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62B91-FA62-AEDE-BBEE-1AF75BEC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93E55-7EB4-A104-3FA1-C56E23443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88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21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  <p:sldLayoutId id="2147483760" r:id="rId19"/>
    <p:sldLayoutId id="2147483761" r:id="rId20"/>
    <p:sldLayoutId id="2147483762" r:id="rId21"/>
    <p:sldLayoutId id="2147483763" r:id="rId22"/>
    <p:sldLayoutId id="2147483764" r:id="rId23"/>
    <p:sldLayoutId id="2147483765" r:id="rId24"/>
    <p:sldLayoutId id="2147483766" r:id="rId25"/>
    <p:sldLayoutId id="2147483767" r:id="rId26"/>
    <p:sldLayoutId id="2147483768" r:id="rId27"/>
    <p:sldLayoutId id="2147483769" r:id="rId28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jpe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8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17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1760-025-04436-6" TargetMode="External"/><Relationship Id="rId2" Type="http://schemas.openxmlformats.org/officeDocument/2006/relationships/slide" Target="slide17.xml"/><Relationship Id="rId1" Type="http://schemas.openxmlformats.org/officeDocument/2006/relationships/slideLayout" Target="../slideLayouts/slideLayout25.xml"/><Relationship Id="rId5" Type="http://schemas.openxmlformats.org/officeDocument/2006/relationships/hyperlink" Target="https://doi.org/10.1038/s41598-025-23726-0" TargetMode="External"/><Relationship Id="rId4" Type="http://schemas.openxmlformats.org/officeDocument/2006/relationships/hyperlink" Target="https://doi.org/10.1007/s44196-026-01494-7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6-54280-y" TargetMode="External"/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07/s12046-025-02788-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E8BA4-0862-8342-4FDD-DB80B283AA24}"/>
              </a:ext>
            </a:extLst>
          </p:cNvPr>
          <p:cNvSpPr txBox="1"/>
          <p:nvPr/>
        </p:nvSpPr>
        <p:spPr>
          <a:xfrm>
            <a:off x="2850604" y="2022235"/>
            <a:ext cx="65074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ea typeface="+mn-lt"/>
                <a:cs typeface="+mn-lt"/>
              </a:rPr>
              <a:t>B.Tech Minor Project II Presentation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BB6DCC-093B-A92F-4BA5-884AE7EDB766}"/>
              </a:ext>
            </a:extLst>
          </p:cNvPr>
          <p:cNvSpPr txBox="1"/>
          <p:nvPr/>
        </p:nvSpPr>
        <p:spPr>
          <a:xfrm>
            <a:off x="688258" y="2620967"/>
            <a:ext cx="1062373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chemeClr val="tx2">
                    <a:lumMod val="90000"/>
                    <a:lumOff val="10000"/>
                  </a:schemeClr>
                </a:solidFill>
                <a:ea typeface="+mn-lt"/>
                <a:cs typeface="+mn-lt"/>
              </a:rPr>
              <a:t>Yoga Mitra</a:t>
            </a:r>
            <a:endParaRPr lang="en-US" b="1" dirty="0">
              <a:solidFill>
                <a:schemeClr val="tx2">
                  <a:lumMod val="90000"/>
                  <a:lumOff val="10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AD2D5-038E-6A35-F3B3-7E4C90E4E1E0}"/>
              </a:ext>
            </a:extLst>
          </p:cNvPr>
          <p:cNvSpPr txBox="1"/>
          <p:nvPr/>
        </p:nvSpPr>
        <p:spPr>
          <a:xfrm>
            <a:off x="7271946" y="5561879"/>
            <a:ext cx="45359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Project supervisor :</a:t>
            </a:r>
          </a:p>
          <a:p>
            <a:pPr algn="ctr"/>
            <a:r>
              <a:rPr lang="en-US" dirty="0"/>
              <a:t> Dr. Chandrakant Guled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3DD2F5-F9B8-C3CF-1E4E-A9361EED6943}"/>
              </a:ext>
            </a:extLst>
          </p:cNvPr>
          <p:cNvSpPr txBox="1"/>
          <p:nvPr/>
        </p:nvSpPr>
        <p:spPr>
          <a:xfrm>
            <a:off x="384098" y="5280369"/>
            <a:ext cx="589787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Presented By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B7E3B9-E98B-64CC-184B-EA5EA561CCC4}"/>
              </a:ext>
            </a:extLst>
          </p:cNvPr>
          <p:cNvSpPr txBox="1"/>
          <p:nvPr/>
        </p:nvSpPr>
        <p:spPr>
          <a:xfrm>
            <a:off x="384098" y="5684534"/>
            <a:ext cx="62484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Om Patil (112415145), Vidhansh Soni(112415234)</a:t>
            </a:r>
            <a:br>
              <a:rPr lang="en-US" dirty="0"/>
            </a:br>
            <a:r>
              <a:rPr lang="en-US" dirty="0"/>
              <a:t>Aditi Thakre(112415010) , Divyanshu Gupta(112415061)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104FBA-9B3E-0D21-D40A-EFB01A1B80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3" t="1375" r="8566" b="72306"/>
          <a:stretch>
            <a:fillRect/>
          </a:stretch>
        </p:blipFill>
        <p:spPr>
          <a:xfrm>
            <a:off x="0" y="-19022"/>
            <a:ext cx="12192000" cy="1911512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6CAACEF-117B-0CF1-FEBA-FABF7FD02B4A}"/>
              </a:ext>
            </a:extLst>
          </p:cNvPr>
          <p:cNvCxnSpPr/>
          <p:nvPr/>
        </p:nvCxnSpPr>
        <p:spPr>
          <a:xfrm>
            <a:off x="582738" y="3944406"/>
            <a:ext cx="105893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818B53E-3C63-0BBF-E877-780236AE5DDD}"/>
              </a:ext>
            </a:extLst>
          </p:cNvPr>
          <p:cNvSpPr txBox="1"/>
          <p:nvPr/>
        </p:nvSpPr>
        <p:spPr>
          <a:xfrm>
            <a:off x="78495" y="4081473"/>
            <a:ext cx="120516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An AI-powered real-time yoga posture detection and correction system that analyses body key points and joint </a:t>
            </a:r>
          </a:p>
          <a:p>
            <a:pPr algn="ctr"/>
            <a:r>
              <a:rPr lang="en-IN" dirty="0"/>
              <a:t>alignment to identify errors and provide personalized corrective feedback.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F18406-029D-F785-8B18-B57A56E60B4B}"/>
              </a:ext>
            </a:extLst>
          </p:cNvPr>
          <p:cNvSpPr txBox="1"/>
          <p:nvPr/>
        </p:nvSpPr>
        <p:spPr>
          <a:xfrm>
            <a:off x="11720051" y="631948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9CD166A-D45D-022B-CCF7-B4C13AC1A5EC}"/>
              </a:ext>
            </a:extLst>
          </p:cNvPr>
          <p:cNvSpPr/>
          <p:nvPr/>
        </p:nvSpPr>
        <p:spPr>
          <a:xfrm>
            <a:off x="0" y="0"/>
            <a:ext cx="2514600" cy="178689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8EB995-7369-664B-87B3-6A4A0A4184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7" y="-323804"/>
            <a:ext cx="2085594" cy="261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FD4039D-24F9-1A66-AA3A-67B6C8A5C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6D216F8-0EE1-13E8-C3B4-4A87576D0FD7}"/>
              </a:ext>
            </a:extLst>
          </p:cNvPr>
          <p:cNvSpPr txBox="1"/>
          <p:nvPr/>
        </p:nvSpPr>
        <p:spPr>
          <a:xfrm>
            <a:off x="11720051" y="6319487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74984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242E18-2627-8048-E989-4E9D7F59590E}"/>
              </a:ext>
            </a:extLst>
          </p:cNvPr>
          <p:cNvSpPr txBox="1"/>
          <p:nvPr/>
        </p:nvSpPr>
        <p:spPr>
          <a:xfrm>
            <a:off x="11720051" y="6319487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6D1B52-DBDE-136F-5802-4452CD462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8296"/>
            <a:ext cx="11720051" cy="688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131718E-BDEC-4A4D-7D3A-A4897721F68B}"/>
              </a:ext>
            </a:extLst>
          </p:cNvPr>
          <p:cNvSpPr txBox="1"/>
          <p:nvPr/>
        </p:nvSpPr>
        <p:spPr>
          <a:xfrm>
            <a:off x="11720051" y="6319487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07892B-C456-4D35-032C-E7A4DC79C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7200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718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663737-0440-C1E1-BD67-4A43820BB456}"/>
              </a:ext>
            </a:extLst>
          </p:cNvPr>
          <p:cNvSpPr txBox="1"/>
          <p:nvPr/>
        </p:nvSpPr>
        <p:spPr>
          <a:xfrm>
            <a:off x="658761" y="275303"/>
            <a:ext cx="10559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Research Gap –1 : Fixed Posture Standards</a:t>
            </a:r>
            <a:endParaRPr lang="en-IN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F2278-0429-109F-8419-05753E21E63B}"/>
              </a:ext>
            </a:extLst>
          </p:cNvPr>
          <p:cNvSpPr txBox="1"/>
          <p:nvPr/>
        </p:nvSpPr>
        <p:spPr>
          <a:xfrm>
            <a:off x="373626" y="1834418"/>
            <a:ext cx="5191001" cy="4801314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Most existing systems evaluate yoga posture using predefined joint-angle thresholds or universal reference poses.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The same target range is applied to every user, even though people naturally differ 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a typeface="+mn-lt"/>
              <a:cs typeface="+mn-lt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Height and body proportions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Limb lengths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Flexibility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Mobility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Natural joint-angle ranges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Therefore, a deviation considered incorrect for one user may be normal or unsuitable for another.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B0E43D-C095-4D96-D203-C0B2EB207DFF}"/>
              </a:ext>
            </a:extLst>
          </p:cNvPr>
          <p:cNvSpPr txBox="1"/>
          <p:nvPr/>
        </p:nvSpPr>
        <p:spPr>
          <a:xfrm>
            <a:off x="6489723" y="1834418"/>
            <a:ext cx="5191000" cy="4718215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User-Specific Biomechanical Baseline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A short calibration phase learns the user’s 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Body proportions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Joint-angle patterns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Individual reference ranges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 Personalized Correction :</a:t>
            </a:r>
            <a:endParaRPr lang="en-US" b="1" dirty="0"/>
          </a:p>
          <a:p>
            <a:r>
              <a:rPr lang="en-US" dirty="0">
                <a:ea typeface="+mn-lt"/>
                <a:cs typeface="+mn-lt"/>
              </a:rPr>
              <a:t>	The current posture is compared with the user's baseline to determine the deviation and generate a personalized correction.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 KEY CONTRIBUTION : </a:t>
            </a:r>
            <a:endParaRPr lang="en-US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ea typeface="+mn-lt"/>
                <a:cs typeface="+mn-lt"/>
              </a:rPr>
              <a:t>	Replace universal posture thresholds with personalized, body-adaptive joint-angle ranges.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F96568-F681-5DA9-22F3-69AB7F0B266A}"/>
              </a:ext>
            </a:extLst>
          </p:cNvPr>
          <p:cNvSpPr txBox="1"/>
          <p:nvPr/>
        </p:nvSpPr>
        <p:spPr>
          <a:xfrm>
            <a:off x="1318674" y="1311198"/>
            <a:ext cx="330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Existing Approach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C423B2-F2ED-C818-447C-CD2B87E25857}"/>
              </a:ext>
            </a:extLst>
          </p:cNvPr>
          <p:cNvSpPr txBox="1"/>
          <p:nvPr/>
        </p:nvSpPr>
        <p:spPr>
          <a:xfrm>
            <a:off x="7544427" y="1311198"/>
            <a:ext cx="3358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Proposed Solution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877DA2-1F74-CE60-31CC-D93F040D20A6}"/>
              </a:ext>
            </a:extLst>
          </p:cNvPr>
          <p:cNvSpPr txBox="1"/>
          <p:nvPr/>
        </p:nvSpPr>
        <p:spPr>
          <a:xfrm>
            <a:off x="11720051" y="631948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81660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C43600-7C1D-2712-3B00-A517596E64BD}"/>
              </a:ext>
            </a:extLst>
          </p:cNvPr>
          <p:cNvSpPr txBox="1"/>
          <p:nvPr/>
        </p:nvSpPr>
        <p:spPr>
          <a:xfrm>
            <a:off x="816077" y="275302"/>
            <a:ext cx="10559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Research Gap –2 : Recognition ≠ Correction</a:t>
            </a:r>
            <a:endParaRPr lang="en-IN" sz="3600" b="1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BAAC582-D128-4F7E-8121-76EF780333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81257"/>
              </p:ext>
            </p:extLst>
          </p:nvPr>
        </p:nvGraphicFramePr>
        <p:xfrm>
          <a:off x="291691" y="128010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68E0310-488D-490A-45FA-C605F8876454}"/>
              </a:ext>
            </a:extLst>
          </p:cNvPr>
          <p:cNvSpPr txBox="1"/>
          <p:nvPr/>
        </p:nvSpPr>
        <p:spPr>
          <a:xfrm>
            <a:off x="8728462" y="4362713"/>
            <a:ext cx="3279320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Right Knee </a:t>
            </a:r>
            <a:r>
              <a:rPr lang="en-US" dirty="0"/>
              <a:t>— Misaligned</a:t>
            </a:r>
          </a:p>
          <a:p>
            <a:r>
              <a:rPr lang="en-US" b="1" dirty="0"/>
              <a:t>Deviation</a:t>
            </a:r>
            <a:r>
              <a:rPr lang="en-US" dirty="0"/>
              <a:t>: X°</a:t>
            </a:r>
          </a:p>
          <a:p>
            <a:r>
              <a:rPr lang="en-US" dirty="0"/>
              <a:t> </a:t>
            </a:r>
            <a:r>
              <a:rPr lang="en-US" b="1" dirty="0"/>
              <a:t>Severity: </a:t>
            </a:r>
            <a:r>
              <a:rPr lang="en-US" dirty="0"/>
              <a:t>Moderate</a:t>
            </a:r>
          </a:p>
          <a:p>
            <a:r>
              <a:rPr lang="en-US" b="1" dirty="0"/>
              <a:t>Correction: </a:t>
            </a:r>
            <a:r>
              <a:rPr lang="en-US" dirty="0"/>
              <a:t>Move your right knee slightly inward.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3C0060-60BA-3F5D-651A-8B8525A62E79}"/>
              </a:ext>
            </a:extLst>
          </p:cNvPr>
          <p:cNvSpPr txBox="1"/>
          <p:nvPr/>
        </p:nvSpPr>
        <p:spPr>
          <a:xfrm>
            <a:off x="8728462" y="1912590"/>
            <a:ext cx="3279320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“Pose Incorrect”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499468FB-FAB8-16AC-AE00-A512871696A7}"/>
              </a:ext>
            </a:extLst>
          </p:cNvPr>
          <p:cNvSpPr/>
          <p:nvPr/>
        </p:nvSpPr>
        <p:spPr>
          <a:xfrm>
            <a:off x="10098593" y="2495287"/>
            <a:ext cx="301450" cy="14661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D56FE6-3C6A-34B3-CB85-57331094DA71}"/>
              </a:ext>
            </a:extLst>
          </p:cNvPr>
          <p:cNvSpPr txBox="1"/>
          <p:nvPr/>
        </p:nvSpPr>
        <p:spPr>
          <a:xfrm>
            <a:off x="8728462" y="1511277"/>
            <a:ext cx="218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Generic Feedback: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2CB4BB-43A0-0632-1CF4-375657FD025B}"/>
              </a:ext>
            </a:extLst>
          </p:cNvPr>
          <p:cNvSpPr txBox="1"/>
          <p:nvPr/>
        </p:nvSpPr>
        <p:spPr>
          <a:xfrm>
            <a:off x="8631534" y="3989438"/>
            <a:ext cx="22044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Specific Feedback:</a:t>
            </a:r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42D531-5CAE-0AFC-A537-A88B85B515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609" y="5451777"/>
            <a:ext cx="803869" cy="8038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463D02-CC25-5178-8D08-FB7467D304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954" y="3746731"/>
            <a:ext cx="705062" cy="7050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5918166-DD16-4C69-8406-08D0D9E30A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765" y="2032376"/>
            <a:ext cx="877556" cy="87755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860ED1E-12DE-794C-AE4D-33C10D1838DF}"/>
              </a:ext>
            </a:extLst>
          </p:cNvPr>
          <p:cNvSpPr txBox="1"/>
          <p:nvPr/>
        </p:nvSpPr>
        <p:spPr>
          <a:xfrm>
            <a:off x="11720051" y="6319487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9039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37BE10-3B6C-FE1C-9BBC-6F4706E55839}"/>
              </a:ext>
            </a:extLst>
          </p:cNvPr>
          <p:cNvSpPr txBox="1"/>
          <p:nvPr/>
        </p:nvSpPr>
        <p:spPr>
          <a:xfrm>
            <a:off x="292354" y="151799"/>
            <a:ext cx="11405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Raleway (Body)Raleway (Body)"/>
              </a:rPr>
              <a:t>Research Gap –3 Unreliable Real-World Feedback  </a:t>
            </a:r>
            <a:endParaRPr lang="en-IN" sz="3600" b="1" dirty="0">
              <a:latin typeface="Raleway (Body)Raleway (Body)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DF90C-E3AB-28A9-DFA1-9B6E76D5CB5F}"/>
              </a:ext>
            </a:extLst>
          </p:cNvPr>
          <p:cNvSpPr txBox="1"/>
          <p:nvPr/>
        </p:nvSpPr>
        <p:spPr>
          <a:xfrm>
            <a:off x="688259" y="1089684"/>
            <a:ext cx="4709652" cy="369331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Real-World Challenges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Pose estimation can become unreliable due to: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Self-occlusion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Poor lighting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Motion blur / sudden movement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Unusual camera viewpoints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Partially visible body joints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This is directly supported by our literature review, which identifies self-occlusion, unusual viewpoints, motion blur and poor illumination as sources of uncertainty.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E2C9AC-E64D-7863-28D2-3726B8293782}"/>
              </a:ext>
            </a:extLst>
          </p:cNvPr>
          <p:cNvSpPr txBox="1"/>
          <p:nvPr/>
        </p:nvSpPr>
        <p:spPr>
          <a:xfrm>
            <a:off x="6096000" y="1089683"/>
            <a:ext cx="5535561" cy="34163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Proposed Approach: Confidence-Aware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Instead of blindly correcting every detected error, combine: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Landmark Confidence</a:t>
            </a:r>
            <a:br>
              <a:rPr lang="en-US" dirty="0">
                <a:ea typeface="+mn-lt"/>
                <a:cs typeface="+mn-lt"/>
              </a:rPr>
            </a:br>
            <a:r>
              <a:rPr lang="en-US" dirty="0" err="1">
                <a:ea typeface="+mn-lt"/>
                <a:cs typeface="+mn-lt"/>
              </a:rPr>
              <a:t>Confidence</a:t>
            </a:r>
            <a:r>
              <a:rPr lang="en-US" dirty="0">
                <a:ea typeface="+mn-lt"/>
                <a:cs typeface="+mn-lt"/>
              </a:rPr>
              <a:t> of detected body landmarks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Temporal Stability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Consistency of the landmark across frames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ea typeface="+mn-lt"/>
                <a:cs typeface="+mn-lt"/>
              </a:rPr>
              <a:t>Joint Visibility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Whether the relevant body joint is clearly visible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9098E0-F7AD-A466-42BD-1086E7A4452D}"/>
              </a:ext>
            </a:extLst>
          </p:cNvPr>
          <p:cNvSpPr txBox="1"/>
          <p:nvPr/>
        </p:nvSpPr>
        <p:spPr>
          <a:xfrm>
            <a:off x="292354" y="5509066"/>
            <a:ext cx="25458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Reliability </a:t>
            </a:r>
          </a:p>
          <a:p>
            <a:r>
              <a:rPr lang="en-IN" sz="3200" b="1" dirty="0"/>
              <a:t>Assessment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0319EB82-6954-01F3-1B6F-54571D107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2541534"/>
              </p:ext>
            </p:extLst>
          </p:nvPr>
        </p:nvGraphicFramePr>
        <p:xfrm>
          <a:off x="1640349" y="4925961"/>
          <a:ext cx="10551651" cy="1683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D0B5038-6EE8-9CDB-AE6A-69FBFB755B94}"/>
              </a:ext>
            </a:extLst>
          </p:cNvPr>
          <p:cNvSpPr txBox="1"/>
          <p:nvPr/>
        </p:nvSpPr>
        <p:spPr>
          <a:xfrm>
            <a:off x="11720051" y="6319487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53073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B39AA-7316-9B72-DAFB-35DD52FAD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561" y="1264315"/>
            <a:ext cx="5769077" cy="432936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IN" dirty="0"/>
              <a:t>Existing yoga AI systems mainly focus on </a:t>
            </a:r>
            <a:r>
              <a:rPr lang="en-IN" b="1" dirty="0"/>
              <a:t>pose recognition</a:t>
            </a:r>
            <a:r>
              <a:rPr lang="en-IN" dirty="0"/>
              <a:t>, not personalized correction.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/>
              <a:t>Lack of </a:t>
            </a:r>
            <a:r>
              <a:rPr lang="en-IN" b="1" dirty="0"/>
              <a:t>real-time expert supervision</a:t>
            </a:r>
            <a:r>
              <a:rPr lang="en-IN" dirty="0"/>
              <a:t> makes home-based practice challenging.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/>
              <a:t>Difficulty in detecting </a:t>
            </a:r>
            <a:r>
              <a:rPr lang="en-IN" b="1" dirty="0"/>
              <a:t>joint misalignment and posture deviations</a:t>
            </a:r>
            <a:r>
              <a:rPr lang="en-IN" dirty="0"/>
              <a:t> accurately.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/>
              <a:t>Performance can vary with </a:t>
            </a:r>
            <a:r>
              <a:rPr lang="en-IN" b="1" dirty="0"/>
              <a:t>body structure and environmental conditions</a:t>
            </a:r>
            <a:r>
              <a:rPr lang="en-IN" dirty="0"/>
              <a:t>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/>
              <a:t>Existing systems provide </a:t>
            </a:r>
            <a:r>
              <a:rPr lang="en-IN" b="1" dirty="0"/>
              <a:t>limited adaptive and personalized feedback</a:t>
            </a:r>
            <a:r>
              <a:rPr lang="en-IN" dirty="0"/>
              <a:t>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/>
              <a:t>Therefore, a </a:t>
            </a:r>
            <a:r>
              <a:rPr lang="en-IN" b="1" dirty="0"/>
              <a:t>robust real-time AI system</a:t>
            </a:r>
            <a:r>
              <a:rPr lang="en-IN" dirty="0"/>
              <a:t> is needed for accurate posture analysis.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/>
              <a:t>The system should provide </a:t>
            </a:r>
            <a:r>
              <a:rPr lang="en-IN" b="1" dirty="0"/>
              <a:t>adaptive corrective feedback using a standard camera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02DA43-0BD9-F807-79F4-B24B0775B1EE}"/>
              </a:ext>
            </a:extLst>
          </p:cNvPr>
          <p:cNvSpPr txBox="1"/>
          <p:nvPr/>
        </p:nvSpPr>
        <p:spPr>
          <a:xfrm>
            <a:off x="648929" y="475415"/>
            <a:ext cx="11405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Raleway (Body)Raleway (Body)"/>
              </a:rPr>
              <a:t>Problem Statement :-</a:t>
            </a:r>
            <a:endParaRPr lang="en-IN" sz="3600" b="1" dirty="0">
              <a:latin typeface="Raleway (Body)Raleway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45CBFB-0322-D38C-B682-0ADB41272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237" y="1121746"/>
            <a:ext cx="5147188" cy="51471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ABBDDE-0D87-61C2-CDD9-56B4BDB1DD2B}"/>
              </a:ext>
            </a:extLst>
          </p:cNvPr>
          <p:cNvSpPr txBox="1"/>
          <p:nvPr/>
        </p:nvSpPr>
        <p:spPr>
          <a:xfrm>
            <a:off x="11720051" y="6319487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070444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483E91-41A8-39D3-8EEC-A3E1CD22FDB5}"/>
              </a:ext>
            </a:extLst>
          </p:cNvPr>
          <p:cNvSpPr txBox="1"/>
          <p:nvPr/>
        </p:nvSpPr>
        <p:spPr>
          <a:xfrm>
            <a:off x="393291" y="219776"/>
            <a:ext cx="11405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Raleway (Body)Raleway (Body)"/>
              </a:rPr>
              <a:t>Proposed Solution :-</a:t>
            </a:r>
            <a:endParaRPr lang="en-IN" sz="3600" b="1" dirty="0">
              <a:latin typeface="Raleway (Body)Raleway (Body)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2A2D3EC-7E0C-1DE5-288D-A7A0A19D64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6979022"/>
              </p:ext>
            </p:extLst>
          </p:nvPr>
        </p:nvGraphicFramePr>
        <p:xfrm>
          <a:off x="-80386" y="866107"/>
          <a:ext cx="7435779" cy="61383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29C6739-1F9E-9B1E-FED1-EC520F92D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934" y="1262018"/>
            <a:ext cx="646332" cy="6463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899ACA-2E68-E441-4F72-04F333BA1B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948" y="2304261"/>
            <a:ext cx="887717" cy="8877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1A5D01-6F99-9951-1FCD-AAD5459CBC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4608" y="3666023"/>
            <a:ext cx="566057" cy="5660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B47D7F-9AD8-729D-45A4-BB5AE8559C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976" y="4706125"/>
            <a:ext cx="754510" cy="7545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5C579F-C71E-0760-B891-4F026896320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844" y="5855282"/>
            <a:ext cx="754511" cy="7545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AF9E1EA-3613-E3F2-B1D1-BBD9D4BA5E7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35078" t="18150" b="11072"/>
          <a:stretch>
            <a:fillRect/>
          </a:stretch>
        </p:blipFill>
        <p:spPr>
          <a:xfrm>
            <a:off x="7609413" y="939802"/>
            <a:ext cx="3969639" cy="57704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6E5EFE4-7095-16F1-B088-DCFB8F42BE30}"/>
              </a:ext>
            </a:extLst>
          </p:cNvPr>
          <p:cNvSpPr txBox="1"/>
          <p:nvPr/>
        </p:nvSpPr>
        <p:spPr>
          <a:xfrm>
            <a:off x="11720051" y="631948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6401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8AE5B5-2122-5FBE-5E43-BEA2937B8713}"/>
              </a:ext>
            </a:extLst>
          </p:cNvPr>
          <p:cNvSpPr txBox="1"/>
          <p:nvPr/>
        </p:nvSpPr>
        <p:spPr>
          <a:xfrm>
            <a:off x="668595" y="200112"/>
            <a:ext cx="11405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Raleway (Body)Raleway (Body)"/>
              </a:rPr>
              <a:t>Methodology for Yoga Correction and Detection</a:t>
            </a:r>
            <a:endParaRPr lang="en-IN" sz="3600" b="1" dirty="0">
              <a:latin typeface="Raleway (Body)Raleway (Body)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721270-E0BF-596D-DC59-8A2349047656}"/>
              </a:ext>
            </a:extLst>
          </p:cNvPr>
          <p:cNvSpPr txBox="1"/>
          <p:nvPr/>
        </p:nvSpPr>
        <p:spPr>
          <a:xfrm>
            <a:off x="11720051" y="6319487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0C391F-CA5B-5090-79FF-39F940AFC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8" t="2620" b="3430"/>
          <a:stretch>
            <a:fillRect/>
          </a:stretch>
        </p:blipFill>
        <p:spPr>
          <a:xfrm>
            <a:off x="-1" y="846443"/>
            <a:ext cx="11523405" cy="598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63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ounded Rectangle 31">
            <a:extLst>
              <a:ext uri="{FF2B5EF4-FFF2-40B4-BE49-F238E27FC236}">
                <a16:creationId xmlns:a16="http://schemas.microsoft.com/office/drawing/2014/main" id="{A0790379-679F-BD6B-3563-10E2EE04D6F6}"/>
              </a:ext>
            </a:extLst>
          </p:cNvPr>
          <p:cNvSpPr/>
          <p:nvPr/>
        </p:nvSpPr>
        <p:spPr>
          <a:xfrm>
            <a:off x="6670547" y="4417781"/>
            <a:ext cx="4485133" cy="1325880"/>
          </a:xfrm>
          <a:prstGeom prst="roundRect">
            <a:avLst/>
          </a:prstGeom>
          <a:solidFill>
            <a:srgbClr val="FFF2EB"/>
          </a:solidFill>
          <a:ln w="12700">
            <a:solidFill>
              <a:srgbClr val="EAC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ounded Rectangle 31">
            <a:extLst>
              <a:ext uri="{FF2B5EF4-FFF2-40B4-BE49-F238E27FC236}">
                <a16:creationId xmlns:a16="http://schemas.microsoft.com/office/drawing/2014/main" id="{8EEC933A-ABCB-1E42-62FC-125F76E2654A}"/>
              </a:ext>
            </a:extLst>
          </p:cNvPr>
          <p:cNvSpPr/>
          <p:nvPr/>
        </p:nvSpPr>
        <p:spPr>
          <a:xfrm>
            <a:off x="9720071" y="1370420"/>
            <a:ext cx="2167128" cy="2743200"/>
          </a:xfrm>
          <a:prstGeom prst="roundRect">
            <a:avLst/>
          </a:prstGeom>
          <a:solidFill>
            <a:srgbClr val="FFF2EB"/>
          </a:solidFill>
          <a:ln w="12700">
            <a:solidFill>
              <a:srgbClr val="EAC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48BB46-094A-4370-FA93-36AE0F2F6B9E}"/>
              </a:ext>
            </a:extLst>
          </p:cNvPr>
          <p:cNvSpPr txBox="1"/>
          <p:nvPr/>
        </p:nvSpPr>
        <p:spPr>
          <a:xfrm>
            <a:off x="491022" y="274320"/>
            <a:ext cx="5943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 dirty="0">
                <a:solidFill>
                  <a:srgbClr val="191F26"/>
                </a:solidFill>
                <a:latin typeface="Aptos"/>
              </a:rPr>
              <a:t>Project Roadmap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4239B9A-5569-047B-CE9C-23A10962B7F1}"/>
              </a:ext>
            </a:extLst>
          </p:cNvPr>
          <p:cNvSpPr txBox="1"/>
          <p:nvPr/>
        </p:nvSpPr>
        <p:spPr>
          <a:xfrm>
            <a:off x="521207" y="932688"/>
            <a:ext cx="8686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5C5E5E"/>
                </a:solidFill>
                <a:latin typeface="Aptos"/>
              </a:rPr>
              <a:t>From raw pose data to real-time correction and personalized progress</a:t>
            </a:r>
          </a:p>
        </p:txBody>
      </p:sp>
      <p:sp>
        <p:nvSpPr>
          <p:cNvPr id="64" name="Rounded Rectangle 10">
            <a:extLst>
              <a:ext uri="{FF2B5EF4-FFF2-40B4-BE49-F238E27FC236}">
                <a16:creationId xmlns:a16="http://schemas.microsoft.com/office/drawing/2014/main" id="{F7E5D202-66C3-ABAF-0942-5D8F63F36006}"/>
              </a:ext>
            </a:extLst>
          </p:cNvPr>
          <p:cNvSpPr/>
          <p:nvPr/>
        </p:nvSpPr>
        <p:spPr>
          <a:xfrm>
            <a:off x="502920" y="1389888"/>
            <a:ext cx="2167128" cy="2743200"/>
          </a:xfrm>
          <a:prstGeom prst="roundRect">
            <a:avLst/>
          </a:prstGeom>
          <a:solidFill>
            <a:srgbClr val="FFF2EB"/>
          </a:solidFill>
          <a:ln w="12700">
            <a:solidFill>
              <a:srgbClr val="EAC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C394BDF-6A1F-CBD1-653D-F16057360802}"/>
              </a:ext>
            </a:extLst>
          </p:cNvPr>
          <p:cNvSpPr/>
          <p:nvPr/>
        </p:nvSpPr>
        <p:spPr>
          <a:xfrm>
            <a:off x="594360" y="1481328"/>
            <a:ext cx="438912" cy="438912"/>
          </a:xfrm>
          <a:prstGeom prst="ellipse">
            <a:avLst/>
          </a:prstGeom>
          <a:solidFill>
            <a:srgbClr val="C97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DDF781E-F8E3-0408-0FCC-873F67A33415}"/>
              </a:ext>
            </a:extLst>
          </p:cNvPr>
          <p:cNvSpPr txBox="1"/>
          <p:nvPr/>
        </p:nvSpPr>
        <p:spPr>
          <a:xfrm>
            <a:off x="594360" y="1517904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DA00B9B-9760-D834-A556-22A79C5B8257}"/>
              </a:ext>
            </a:extLst>
          </p:cNvPr>
          <p:cNvSpPr txBox="1"/>
          <p:nvPr/>
        </p:nvSpPr>
        <p:spPr>
          <a:xfrm>
            <a:off x="1106424" y="1490472"/>
            <a:ext cx="14630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91F26"/>
                </a:solidFill>
                <a:latin typeface="Aptos"/>
              </a:rPr>
              <a:t>Pose Estimation &amp;
Landmark Extraction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10B4ADF-6261-AF4F-A736-5F12A1F1AB17}"/>
              </a:ext>
            </a:extLst>
          </p:cNvPr>
          <p:cNvSpPr txBox="1"/>
          <p:nvPr/>
        </p:nvSpPr>
        <p:spPr>
          <a:xfrm>
            <a:off x="630936" y="2139696"/>
            <a:ext cx="1911095" cy="14813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Capture live video from camera</a:t>
            </a:r>
          </a:p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Detect person in frame</a:t>
            </a:r>
          </a:p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Extract body landmarks</a:t>
            </a:r>
          </a:p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Calculate joint angles and relative distances</a:t>
            </a:r>
          </a:p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Normalize keypoints</a:t>
            </a:r>
          </a:p>
        </p:txBody>
      </p:sp>
      <p:sp>
        <p:nvSpPr>
          <p:cNvPr id="74" name="Rounded Rectangle 15">
            <a:extLst>
              <a:ext uri="{FF2B5EF4-FFF2-40B4-BE49-F238E27FC236}">
                <a16:creationId xmlns:a16="http://schemas.microsoft.com/office/drawing/2014/main" id="{539EF665-02CC-6D89-518B-AE391AA84704}"/>
              </a:ext>
            </a:extLst>
          </p:cNvPr>
          <p:cNvSpPr/>
          <p:nvPr/>
        </p:nvSpPr>
        <p:spPr>
          <a:xfrm>
            <a:off x="612648" y="3648456"/>
            <a:ext cx="1947672" cy="356616"/>
          </a:xfrm>
          <a:prstGeom prst="roundRect">
            <a:avLst/>
          </a:prstGeom>
          <a:solidFill>
            <a:srgbClr val="E7F5EC"/>
          </a:solidFill>
          <a:ln w="12700">
            <a:solidFill>
              <a:srgbClr val="D2E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486419C-196E-109C-4267-4F2FE6A57BF2}"/>
              </a:ext>
            </a:extLst>
          </p:cNvPr>
          <p:cNvSpPr txBox="1"/>
          <p:nvPr/>
        </p:nvSpPr>
        <p:spPr>
          <a:xfrm>
            <a:off x="667512" y="3721608"/>
            <a:ext cx="183794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80" b="1">
                <a:solidFill>
                  <a:srgbClr val="2A5B46"/>
                </a:solidFill>
                <a:latin typeface="Aptos"/>
              </a:rPr>
              <a:t>Output: Body landmarks &amp; joint angles</a:t>
            </a:r>
          </a:p>
        </p:txBody>
      </p:sp>
      <p:sp>
        <p:nvSpPr>
          <p:cNvPr id="78" name="Rounded Rectangle 17">
            <a:extLst>
              <a:ext uri="{FF2B5EF4-FFF2-40B4-BE49-F238E27FC236}">
                <a16:creationId xmlns:a16="http://schemas.microsoft.com/office/drawing/2014/main" id="{7D68A3BF-4135-7248-E79D-B2E61E65A083}"/>
              </a:ext>
            </a:extLst>
          </p:cNvPr>
          <p:cNvSpPr/>
          <p:nvPr/>
        </p:nvSpPr>
        <p:spPr>
          <a:xfrm>
            <a:off x="2807208" y="1389888"/>
            <a:ext cx="2167128" cy="2743200"/>
          </a:xfrm>
          <a:prstGeom prst="roundRect">
            <a:avLst/>
          </a:prstGeom>
          <a:solidFill>
            <a:srgbClr val="FFF2EB"/>
          </a:solidFill>
          <a:ln w="12700">
            <a:solidFill>
              <a:srgbClr val="EAC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F6609D5-F765-F4B5-B5E8-525D12122174}"/>
              </a:ext>
            </a:extLst>
          </p:cNvPr>
          <p:cNvSpPr/>
          <p:nvPr/>
        </p:nvSpPr>
        <p:spPr>
          <a:xfrm>
            <a:off x="2898648" y="1481328"/>
            <a:ext cx="438912" cy="438912"/>
          </a:xfrm>
          <a:prstGeom prst="ellipse">
            <a:avLst/>
          </a:prstGeom>
          <a:solidFill>
            <a:srgbClr val="C97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1C22A13-B2B4-B312-9BC6-8A5BBCA7F0A7}"/>
              </a:ext>
            </a:extLst>
          </p:cNvPr>
          <p:cNvSpPr txBox="1"/>
          <p:nvPr/>
        </p:nvSpPr>
        <p:spPr>
          <a:xfrm>
            <a:off x="2898648" y="1517904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2B28533-FFE5-4D13-179C-A552F7076272}"/>
              </a:ext>
            </a:extLst>
          </p:cNvPr>
          <p:cNvSpPr txBox="1"/>
          <p:nvPr/>
        </p:nvSpPr>
        <p:spPr>
          <a:xfrm>
            <a:off x="3410712" y="1490472"/>
            <a:ext cx="14630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91F26"/>
                </a:solidFill>
                <a:latin typeface="Aptos"/>
              </a:rPr>
              <a:t>Pose Recognition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0D3A828-8050-87B7-E899-ECD252733F7C}"/>
              </a:ext>
            </a:extLst>
          </p:cNvPr>
          <p:cNvSpPr txBox="1"/>
          <p:nvPr/>
        </p:nvSpPr>
        <p:spPr>
          <a:xfrm>
            <a:off x="2935224" y="2139696"/>
            <a:ext cx="1911095" cy="14813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Use extracted features (angles, distances, keypoints)</a:t>
            </a:r>
          </a:p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Train ML model (Random Forest / SVM)</a:t>
            </a:r>
          </a:p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Predict the yoga pose with confidence score</a:t>
            </a:r>
          </a:p>
        </p:txBody>
      </p:sp>
      <p:sp>
        <p:nvSpPr>
          <p:cNvPr id="88" name="Rounded Rectangle 22">
            <a:extLst>
              <a:ext uri="{FF2B5EF4-FFF2-40B4-BE49-F238E27FC236}">
                <a16:creationId xmlns:a16="http://schemas.microsoft.com/office/drawing/2014/main" id="{296609A4-FC3F-E6DF-FE11-3889FD1BAA0B}"/>
              </a:ext>
            </a:extLst>
          </p:cNvPr>
          <p:cNvSpPr/>
          <p:nvPr/>
        </p:nvSpPr>
        <p:spPr>
          <a:xfrm>
            <a:off x="2916936" y="3648456"/>
            <a:ext cx="1947672" cy="356616"/>
          </a:xfrm>
          <a:prstGeom prst="roundRect">
            <a:avLst/>
          </a:prstGeom>
          <a:solidFill>
            <a:srgbClr val="E7F5EC"/>
          </a:solidFill>
          <a:ln w="12700">
            <a:solidFill>
              <a:srgbClr val="D2E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8A28551-AECB-F884-A0C8-E9CF4B01B120}"/>
              </a:ext>
            </a:extLst>
          </p:cNvPr>
          <p:cNvSpPr txBox="1"/>
          <p:nvPr/>
        </p:nvSpPr>
        <p:spPr>
          <a:xfrm>
            <a:off x="2971800" y="3721608"/>
            <a:ext cx="183794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80" b="1">
                <a:solidFill>
                  <a:srgbClr val="2A5B46"/>
                </a:solidFill>
                <a:latin typeface="Aptos"/>
              </a:rPr>
              <a:t>Output: Detected pose &amp; confidence score</a:t>
            </a:r>
          </a:p>
        </p:txBody>
      </p:sp>
      <p:sp>
        <p:nvSpPr>
          <p:cNvPr id="92" name="Rounded Rectangle 24">
            <a:extLst>
              <a:ext uri="{FF2B5EF4-FFF2-40B4-BE49-F238E27FC236}">
                <a16:creationId xmlns:a16="http://schemas.microsoft.com/office/drawing/2014/main" id="{797C7345-82A6-8891-D03E-59AF8B405EC1}"/>
              </a:ext>
            </a:extLst>
          </p:cNvPr>
          <p:cNvSpPr/>
          <p:nvPr/>
        </p:nvSpPr>
        <p:spPr>
          <a:xfrm>
            <a:off x="5111496" y="1389888"/>
            <a:ext cx="2167128" cy="2743200"/>
          </a:xfrm>
          <a:prstGeom prst="roundRect">
            <a:avLst/>
          </a:prstGeom>
          <a:solidFill>
            <a:srgbClr val="FFF2EB"/>
          </a:solidFill>
          <a:ln w="12700">
            <a:solidFill>
              <a:srgbClr val="EAC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4D835CB8-0EFE-00A6-71CA-FC580AF5FB80}"/>
              </a:ext>
            </a:extLst>
          </p:cNvPr>
          <p:cNvSpPr/>
          <p:nvPr/>
        </p:nvSpPr>
        <p:spPr>
          <a:xfrm>
            <a:off x="5202936" y="1481328"/>
            <a:ext cx="438912" cy="438912"/>
          </a:xfrm>
          <a:prstGeom prst="ellipse">
            <a:avLst/>
          </a:prstGeom>
          <a:solidFill>
            <a:srgbClr val="C97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3CAC628-5656-97CD-73F5-885D5CFE1ADB}"/>
              </a:ext>
            </a:extLst>
          </p:cNvPr>
          <p:cNvSpPr txBox="1"/>
          <p:nvPr/>
        </p:nvSpPr>
        <p:spPr>
          <a:xfrm>
            <a:off x="5202936" y="1517904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204B4EE-BD5F-294A-9F95-85C3A197BC4E}"/>
              </a:ext>
            </a:extLst>
          </p:cNvPr>
          <p:cNvSpPr txBox="1"/>
          <p:nvPr/>
        </p:nvSpPr>
        <p:spPr>
          <a:xfrm>
            <a:off x="5715000" y="1490472"/>
            <a:ext cx="14630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91F26"/>
                </a:solidFill>
                <a:latin typeface="Aptos"/>
              </a:rPr>
              <a:t>Alignment Analysis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023B416-1C26-7532-A897-3BBD97C5C163}"/>
              </a:ext>
            </a:extLst>
          </p:cNvPr>
          <p:cNvSpPr txBox="1"/>
          <p:nvPr/>
        </p:nvSpPr>
        <p:spPr>
          <a:xfrm>
            <a:off x="5239512" y="2139696"/>
            <a:ext cx="1911095" cy="14813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Define ideal joint angle ranges for each pose</a:t>
            </a:r>
          </a:p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Compare user angles with reference values</a:t>
            </a:r>
          </a:p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Detect misalignments and measure deviations</a:t>
            </a:r>
          </a:p>
        </p:txBody>
      </p:sp>
      <p:sp>
        <p:nvSpPr>
          <p:cNvPr id="102" name="Rounded Rectangle 29">
            <a:extLst>
              <a:ext uri="{FF2B5EF4-FFF2-40B4-BE49-F238E27FC236}">
                <a16:creationId xmlns:a16="http://schemas.microsoft.com/office/drawing/2014/main" id="{14C45068-E0A0-07A6-C2F1-5D29DBBB65A5}"/>
              </a:ext>
            </a:extLst>
          </p:cNvPr>
          <p:cNvSpPr/>
          <p:nvPr/>
        </p:nvSpPr>
        <p:spPr>
          <a:xfrm>
            <a:off x="5221224" y="3648456"/>
            <a:ext cx="1947672" cy="356616"/>
          </a:xfrm>
          <a:prstGeom prst="roundRect">
            <a:avLst/>
          </a:prstGeom>
          <a:solidFill>
            <a:srgbClr val="E7F5EC"/>
          </a:solidFill>
          <a:ln w="12700">
            <a:solidFill>
              <a:srgbClr val="D2E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72D0894-BAA2-EACA-B9F3-83852E7A646B}"/>
              </a:ext>
            </a:extLst>
          </p:cNvPr>
          <p:cNvSpPr txBox="1"/>
          <p:nvPr/>
        </p:nvSpPr>
        <p:spPr>
          <a:xfrm>
            <a:off x="5276088" y="3721608"/>
            <a:ext cx="183794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80" b="1">
                <a:solidFill>
                  <a:srgbClr val="2A5B46"/>
                </a:solidFill>
                <a:latin typeface="Aptos"/>
              </a:rPr>
              <a:t>Output: Alignment score &amp; deviation metrics</a:t>
            </a:r>
          </a:p>
        </p:txBody>
      </p:sp>
      <p:sp>
        <p:nvSpPr>
          <p:cNvPr id="106" name="Rounded Rectangle 31">
            <a:extLst>
              <a:ext uri="{FF2B5EF4-FFF2-40B4-BE49-F238E27FC236}">
                <a16:creationId xmlns:a16="http://schemas.microsoft.com/office/drawing/2014/main" id="{88726119-3E5F-4F42-EFAE-A63D384B105F}"/>
              </a:ext>
            </a:extLst>
          </p:cNvPr>
          <p:cNvSpPr/>
          <p:nvPr/>
        </p:nvSpPr>
        <p:spPr>
          <a:xfrm>
            <a:off x="7415784" y="1389888"/>
            <a:ext cx="2167128" cy="2743200"/>
          </a:xfrm>
          <a:prstGeom prst="roundRect">
            <a:avLst/>
          </a:prstGeom>
          <a:solidFill>
            <a:srgbClr val="FFF2EB"/>
          </a:solidFill>
          <a:ln w="12700">
            <a:solidFill>
              <a:srgbClr val="EAC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2A4D47DC-F2FB-6388-EEF4-9FE810078112}"/>
              </a:ext>
            </a:extLst>
          </p:cNvPr>
          <p:cNvSpPr/>
          <p:nvPr/>
        </p:nvSpPr>
        <p:spPr>
          <a:xfrm>
            <a:off x="7507224" y="1481328"/>
            <a:ext cx="438912" cy="438912"/>
          </a:xfrm>
          <a:prstGeom prst="ellipse">
            <a:avLst/>
          </a:prstGeom>
          <a:solidFill>
            <a:srgbClr val="C97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2889ACB-ABA0-30DD-8014-12A81E7FD281}"/>
              </a:ext>
            </a:extLst>
          </p:cNvPr>
          <p:cNvSpPr txBox="1"/>
          <p:nvPr/>
        </p:nvSpPr>
        <p:spPr>
          <a:xfrm>
            <a:off x="7507224" y="1517904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1C2EAEB-7932-6334-86AD-367693D6945D}"/>
              </a:ext>
            </a:extLst>
          </p:cNvPr>
          <p:cNvSpPr txBox="1"/>
          <p:nvPr/>
        </p:nvSpPr>
        <p:spPr>
          <a:xfrm>
            <a:off x="8019288" y="1490472"/>
            <a:ext cx="14630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91F26"/>
                </a:solidFill>
                <a:latin typeface="Aptos"/>
              </a:rPr>
              <a:t>Error Detection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11DF63A-C793-F021-B493-C5A7616FB797}"/>
              </a:ext>
            </a:extLst>
          </p:cNvPr>
          <p:cNvSpPr txBox="1"/>
          <p:nvPr/>
        </p:nvSpPr>
        <p:spPr>
          <a:xfrm>
            <a:off x="7543800" y="2139696"/>
            <a:ext cx="1911095" cy="14813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Create pose-specific error rules</a:t>
            </a:r>
          </a:p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Identify incorrect joints and posture mistakes</a:t>
            </a:r>
          </a:p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Classify severity (light / moderate / major)</a:t>
            </a:r>
          </a:p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Map errors to corrective suggestions</a:t>
            </a:r>
          </a:p>
        </p:txBody>
      </p:sp>
      <p:sp>
        <p:nvSpPr>
          <p:cNvPr id="116" name="Rounded Rectangle 36">
            <a:extLst>
              <a:ext uri="{FF2B5EF4-FFF2-40B4-BE49-F238E27FC236}">
                <a16:creationId xmlns:a16="http://schemas.microsoft.com/office/drawing/2014/main" id="{79DFE153-3E4F-58BA-B52A-75931A5D4613}"/>
              </a:ext>
            </a:extLst>
          </p:cNvPr>
          <p:cNvSpPr/>
          <p:nvPr/>
        </p:nvSpPr>
        <p:spPr>
          <a:xfrm>
            <a:off x="7525512" y="3648456"/>
            <a:ext cx="1947672" cy="356616"/>
          </a:xfrm>
          <a:prstGeom prst="roundRect">
            <a:avLst/>
          </a:prstGeom>
          <a:solidFill>
            <a:srgbClr val="E7F5EC"/>
          </a:solidFill>
          <a:ln w="12700">
            <a:solidFill>
              <a:srgbClr val="D2E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60FEBA3-1501-74F7-6DFB-EC91766E18B8}"/>
              </a:ext>
            </a:extLst>
          </p:cNvPr>
          <p:cNvSpPr txBox="1"/>
          <p:nvPr/>
        </p:nvSpPr>
        <p:spPr>
          <a:xfrm>
            <a:off x="7580376" y="3721608"/>
            <a:ext cx="183794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80" b="1">
                <a:solidFill>
                  <a:srgbClr val="2A5B46"/>
                </a:solidFill>
                <a:latin typeface="Aptos"/>
              </a:rPr>
              <a:t>Output: Detected errors with correction hints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27DA9BEC-4FC9-63D7-844E-20804E498885}"/>
              </a:ext>
            </a:extLst>
          </p:cNvPr>
          <p:cNvSpPr/>
          <p:nvPr/>
        </p:nvSpPr>
        <p:spPr>
          <a:xfrm>
            <a:off x="9811512" y="1481328"/>
            <a:ext cx="438912" cy="438912"/>
          </a:xfrm>
          <a:prstGeom prst="ellipse">
            <a:avLst/>
          </a:prstGeom>
          <a:solidFill>
            <a:srgbClr val="C97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B77ADC1-63FC-807A-5680-879A786326C6}"/>
              </a:ext>
            </a:extLst>
          </p:cNvPr>
          <p:cNvSpPr txBox="1"/>
          <p:nvPr/>
        </p:nvSpPr>
        <p:spPr>
          <a:xfrm>
            <a:off x="9811512" y="1517904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F7DF1F0-A200-54C0-FA88-AA364D9EAD1E}"/>
              </a:ext>
            </a:extLst>
          </p:cNvPr>
          <p:cNvSpPr txBox="1"/>
          <p:nvPr/>
        </p:nvSpPr>
        <p:spPr>
          <a:xfrm>
            <a:off x="10323576" y="1490472"/>
            <a:ext cx="14630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91F26"/>
                </a:solidFill>
                <a:latin typeface="Aptos"/>
              </a:rPr>
              <a:t>Real-Time Feedback
&amp; Visualization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426678F-036B-1B3E-577D-AABA461E626C}"/>
              </a:ext>
            </a:extLst>
          </p:cNvPr>
          <p:cNvSpPr txBox="1"/>
          <p:nvPr/>
        </p:nvSpPr>
        <p:spPr>
          <a:xfrm>
            <a:off x="9848088" y="2139696"/>
            <a:ext cx="1911095" cy="14813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Display live camera feed with skeleton overlay</a:t>
            </a:r>
          </a:p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Highlight incorrect joints/angles</a:t>
            </a:r>
          </a:p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Provide real-time textual instructions</a:t>
            </a:r>
          </a:p>
          <a:p>
            <a:pPr>
              <a:spcAft>
                <a:spcPts val="200"/>
              </a:spcAft>
              <a:defRPr sz="869">
                <a:solidFill>
                  <a:srgbClr val="191F26"/>
                </a:solidFill>
                <a:latin typeface="Aptos"/>
              </a:defRPr>
            </a:pPr>
            <a:r>
              <a:t>• Generate overall pose score</a:t>
            </a:r>
          </a:p>
        </p:txBody>
      </p:sp>
      <p:sp>
        <p:nvSpPr>
          <p:cNvPr id="128" name="Rounded Rectangle 43">
            <a:extLst>
              <a:ext uri="{FF2B5EF4-FFF2-40B4-BE49-F238E27FC236}">
                <a16:creationId xmlns:a16="http://schemas.microsoft.com/office/drawing/2014/main" id="{359CB12B-F30D-CEDA-6494-7EBCB97CAFCD}"/>
              </a:ext>
            </a:extLst>
          </p:cNvPr>
          <p:cNvSpPr/>
          <p:nvPr/>
        </p:nvSpPr>
        <p:spPr>
          <a:xfrm>
            <a:off x="9829800" y="3648456"/>
            <a:ext cx="1947672" cy="356616"/>
          </a:xfrm>
          <a:prstGeom prst="roundRect">
            <a:avLst/>
          </a:prstGeom>
          <a:solidFill>
            <a:srgbClr val="E7F5EC"/>
          </a:solidFill>
          <a:ln w="12700">
            <a:solidFill>
              <a:srgbClr val="D2E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ED88F20-D436-6C85-DFD3-147D457E9FB4}"/>
              </a:ext>
            </a:extLst>
          </p:cNvPr>
          <p:cNvSpPr txBox="1"/>
          <p:nvPr/>
        </p:nvSpPr>
        <p:spPr>
          <a:xfrm>
            <a:off x="9884664" y="3721608"/>
            <a:ext cx="183794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80" b="1">
                <a:solidFill>
                  <a:srgbClr val="2A5B46"/>
                </a:solidFill>
                <a:latin typeface="Aptos"/>
              </a:rPr>
              <a:t>Output: Real-time coaching interface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9D1FD8B-D65B-1E72-CF9A-1F4634C14DB5}"/>
              </a:ext>
            </a:extLst>
          </p:cNvPr>
          <p:cNvSpPr txBox="1"/>
          <p:nvPr/>
        </p:nvSpPr>
        <p:spPr>
          <a:xfrm>
            <a:off x="2679191" y="2615184"/>
            <a:ext cx="118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75738"/>
                </a:solidFill>
                <a:latin typeface="Aptos"/>
              </a:rPr>
              <a:t>›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0CFE61F-8C34-8474-3739-7E61354A5CEA}"/>
              </a:ext>
            </a:extLst>
          </p:cNvPr>
          <p:cNvSpPr txBox="1"/>
          <p:nvPr/>
        </p:nvSpPr>
        <p:spPr>
          <a:xfrm>
            <a:off x="4983480" y="2615184"/>
            <a:ext cx="118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75738"/>
                </a:solidFill>
                <a:latin typeface="Aptos"/>
              </a:rPr>
              <a:t>›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EA3FB26-A9C9-E205-A9E7-495A63B15677}"/>
              </a:ext>
            </a:extLst>
          </p:cNvPr>
          <p:cNvSpPr txBox="1"/>
          <p:nvPr/>
        </p:nvSpPr>
        <p:spPr>
          <a:xfrm>
            <a:off x="7287768" y="2615184"/>
            <a:ext cx="118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75738"/>
                </a:solidFill>
                <a:latin typeface="Aptos"/>
              </a:rPr>
              <a:t>›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DCF3B4D-D94A-960A-21FD-5A5099CFD9A5}"/>
              </a:ext>
            </a:extLst>
          </p:cNvPr>
          <p:cNvSpPr txBox="1"/>
          <p:nvPr/>
        </p:nvSpPr>
        <p:spPr>
          <a:xfrm>
            <a:off x="9592056" y="2615184"/>
            <a:ext cx="118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75738"/>
                </a:solidFill>
                <a:latin typeface="Aptos"/>
              </a:rPr>
              <a:t>›</a:t>
            </a:r>
          </a:p>
        </p:txBody>
      </p:sp>
      <p:sp>
        <p:nvSpPr>
          <p:cNvPr id="140" name="Rounded Rectangle 49">
            <a:extLst>
              <a:ext uri="{FF2B5EF4-FFF2-40B4-BE49-F238E27FC236}">
                <a16:creationId xmlns:a16="http://schemas.microsoft.com/office/drawing/2014/main" id="{BFD124FA-C5FD-EA0F-2EEB-B7BDD28A09A1}"/>
              </a:ext>
            </a:extLst>
          </p:cNvPr>
          <p:cNvSpPr/>
          <p:nvPr/>
        </p:nvSpPr>
        <p:spPr>
          <a:xfrm>
            <a:off x="502920" y="4416552"/>
            <a:ext cx="5989320" cy="1325880"/>
          </a:xfrm>
          <a:prstGeom prst="roundRect">
            <a:avLst/>
          </a:prstGeom>
          <a:solidFill>
            <a:srgbClr val="EEF6F1"/>
          </a:solidFill>
          <a:ln w="12700">
            <a:solidFill>
              <a:srgbClr val="CF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185E946B-CCDE-A573-9824-FEAD563D4AF3}"/>
              </a:ext>
            </a:extLst>
          </p:cNvPr>
          <p:cNvSpPr/>
          <p:nvPr/>
        </p:nvSpPr>
        <p:spPr>
          <a:xfrm>
            <a:off x="621792" y="4535424"/>
            <a:ext cx="457200" cy="457200"/>
          </a:xfrm>
          <a:prstGeom prst="ellipse">
            <a:avLst/>
          </a:prstGeom>
          <a:solidFill>
            <a:srgbClr val="2A5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3A70CC8-2346-C194-26A2-0F994276BB59}"/>
              </a:ext>
            </a:extLst>
          </p:cNvPr>
          <p:cNvSpPr txBox="1"/>
          <p:nvPr/>
        </p:nvSpPr>
        <p:spPr>
          <a:xfrm>
            <a:off x="621792" y="45720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1FA04D6-95FF-CA61-BD27-FD0670456A4F}"/>
              </a:ext>
            </a:extLst>
          </p:cNvPr>
          <p:cNvSpPr txBox="1"/>
          <p:nvPr/>
        </p:nvSpPr>
        <p:spPr>
          <a:xfrm>
            <a:off x="1179576" y="4526280"/>
            <a:ext cx="24688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91F26"/>
                </a:solidFill>
                <a:latin typeface="Aptos"/>
              </a:rPr>
              <a:t>Progress Tracking &amp; Personalization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2610462-E8D8-93ED-7A3A-7E301406E68D}"/>
              </a:ext>
            </a:extLst>
          </p:cNvPr>
          <p:cNvSpPr/>
          <p:nvPr/>
        </p:nvSpPr>
        <p:spPr>
          <a:xfrm>
            <a:off x="3639312" y="4581144"/>
            <a:ext cx="13716" cy="960120"/>
          </a:xfrm>
          <a:prstGeom prst="rect">
            <a:avLst/>
          </a:prstGeom>
          <a:solidFill>
            <a:srgbClr val="C8D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3ABA47F-E857-8FD2-99E3-FFE398A6A04E}"/>
              </a:ext>
            </a:extLst>
          </p:cNvPr>
          <p:cNvSpPr txBox="1"/>
          <p:nvPr/>
        </p:nvSpPr>
        <p:spPr>
          <a:xfrm>
            <a:off x="3822191" y="4599432"/>
            <a:ext cx="2514600" cy="822960"/>
          </a:xfrm>
          <a:prstGeom prst="rect">
            <a:avLst/>
          </a:prstGeom>
          <a:noFill/>
        </p:spPr>
        <p:txBody>
          <a:bodyPr wrap="square" lIns="9144" rIns="9144">
            <a:spAutoFit/>
          </a:bodyPr>
          <a:lstStyle/>
          <a:p>
            <a:pPr>
              <a:spcAft>
                <a:spcPts val="100"/>
              </a:spcAft>
              <a:defRPr sz="819">
                <a:solidFill>
                  <a:srgbClr val="191F26"/>
                </a:solidFill>
                <a:latin typeface="Aptos"/>
              </a:defRPr>
            </a:pPr>
            <a:r>
              <a:t>• Store session history</a:t>
            </a:r>
          </a:p>
          <a:p>
            <a:pPr>
              <a:spcAft>
                <a:spcPts val="100"/>
              </a:spcAft>
              <a:defRPr sz="819">
                <a:solidFill>
                  <a:srgbClr val="191F26"/>
                </a:solidFill>
                <a:latin typeface="Aptos"/>
              </a:defRPr>
            </a:pPr>
            <a:r>
              <a:t>• Track pose-wise performance</a:t>
            </a:r>
          </a:p>
          <a:p>
            <a:pPr>
              <a:spcAft>
                <a:spcPts val="100"/>
              </a:spcAft>
              <a:defRPr sz="819">
                <a:solidFill>
                  <a:srgbClr val="191F26"/>
                </a:solidFill>
                <a:latin typeface="Aptos"/>
              </a:defRPr>
            </a:pPr>
            <a:r>
              <a:t>• Identify recurring mistakes</a:t>
            </a:r>
          </a:p>
          <a:p>
            <a:pPr>
              <a:spcAft>
                <a:spcPts val="100"/>
              </a:spcAft>
              <a:defRPr sz="819">
                <a:solidFill>
                  <a:srgbClr val="191F26"/>
                </a:solidFill>
                <a:latin typeface="Aptos"/>
              </a:defRPr>
            </a:pPr>
            <a:r>
              <a:t>• Show improvement trends</a:t>
            </a:r>
          </a:p>
          <a:p>
            <a:pPr>
              <a:spcAft>
                <a:spcPts val="100"/>
              </a:spcAft>
              <a:defRPr sz="819">
                <a:solidFill>
                  <a:srgbClr val="191F26"/>
                </a:solidFill>
                <a:latin typeface="Aptos"/>
              </a:defRPr>
            </a:pPr>
            <a:r>
              <a:t>• Provide personalized recommendations</a:t>
            </a:r>
          </a:p>
        </p:txBody>
      </p:sp>
      <p:sp>
        <p:nvSpPr>
          <p:cNvPr id="152" name="Rounded Rectangle 55">
            <a:extLst>
              <a:ext uri="{FF2B5EF4-FFF2-40B4-BE49-F238E27FC236}">
                <a16:creationId xmlns:a16="http://schemas.microsoft.com/office/drawing/2014/main" id="{24B8878A-F71A-236B-E222-CBB64CCEA506}"/>
              </a:ext>
            </a:extLst>
          </p:cNvPr>
          <p:cNvSpPr/>
          <p:nvPr/>
        </p:nvSpPr>
        <p:spPr>
          <a:xfrm>
            <a:off x="4800600" y="5276088"/>
            <a:ext cx="1463040" cy="310896"/>
          </a:xfrm>
          <a:prstGeom prst="roundRect">
            <a:avLst/>
          </a:prstGeom>
          <a:solidFill>
            <a:srgbClr val="E7F5EC"/>
          </a:solidFill>
          <a:ln w="12700">
            <a:solidFill>
              <a:srgbClr val="D2E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5E2FF00-9E5D-161A-6D6D-2C3C7CE82B85}"/>
              </a:ext>
            </a:extLst>
          </p:cNvPr>
          <p:cNvSpPr txBox="1"/>
          <p:nvPr/>
        </p:nvSpPr>
        <p:spPr>
          <a:xfrm>
            <a:off x="4855464" y="5340096"/>
            <a:ext cx="1353312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50" b="1">
                <a:solidFill>
                  <a:srgbClr val="2A5B46"/>
                </a:solidFill>
                <a:latin typeface="Aptos"/>
              </a:rPr>
              <a:t>Output: User progress insights &amp; personalized tips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17383DE4-2DB1-B7F8-9BC3-3EE708D2ADE8}"/>
              </a:ext>
            </a:extLst>
          </p:cNvPr>
          <p:cNvSpPr/>
          <p:nvPr/>
        </p:nvSpPr>
        <p:spPr>
          <a:xfrm>
            <a:off x="6793992" y="4535424"/>
            <a:ext cx="457200" cy="457200"/>
          </a:xfrm>
          <a:prstGeom prst="ellipse">
            <a:avLst/>
          </a:prstGeom>
          <a:solidFill>
            <a:srgbClr val="A75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832C082-AB81-97DE-D52B-4F616965383F}"/>
              </a:ext>
            </a:extLst>
          </p:cNvPr>
          <p:cNvSpPr txBox="1"/>
          <p:nvPr/>
        </p:nvSpPr>
        <p:spPr>
          <a:xfrm>
            <a:off x="6793992" y="45720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993E765-66A2-F41D-4593-D9A27A26BFB7}"/>
              </a:ext>
            </a:extLst>
          </p:cNvPr>
          <p:cNvSpPr txBox="1"/>
          <p:nvPr/>
        </p:nvSpPr>
        <p:spPr>
          <a:xfrm>
            <a:off x="7351775" y="4526280"/>
            <a:ext cx="4251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191F26"/>
                </a:solidFill>
                <a:latin typeface="Aptos"/>
              </a:rPr>
              <a:t>Testing, Evaluation &amp; Deployment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7BF4548-6ED1-8A3C-B2B8-9BF0073CA6FC}"/>
              </a:ext>
            </a:extLst>
          </p:cNvPr>
          <p:cNvSpPr txBox="1"/>
          <p:nvPr/>
        </p:nvSpPr>
        <p:spPr>
          <a:xfrm>
            <a:off x="7351775" y="4864608"/>
            <a:ext cx="2971800" cy="713232"/>
          </a:xfrm>
          <a:prstGeom prst="rect">
            <a:avLst/>
          </a:prstGeom>
          <a:noFill/>
        </p:spPr>
        <p:txBody>
          <a:bodyPr wrap="square" lIns="9144" rIns="9144">
            <a:spAutoFit/>
          </a:bodyPr>
          <a:lstStyle/>
          <a:p>
            <a:pPr>
              <a:spcAft>
                <a:spcPts val="100"/>
              </a:spcAft>
              <a:defRPr sz="760">
                <a:solidFill>
                  <a:srgbClr val="191F26"/>
                </a:solidFill>
                <a:latin typeface="Aptos"/>
              </a:defRPr>
            </a:pPr>
            <a:r>
              <a:t>• Test with different users, lighting and backgrounds</a:t>
            </a:r>
          </a:p>
          <a:p>
            <a:pPr>
              <a:spcAft>
                <a:spcPts val="100"/>
              </a:spcAft>
              <a:defRPr sz="760">
                <a:solidFill>
                  <a:srgbClr val="191F26"/>
                </a:solidFill>
                <a:latin typeface="Aptos"/>
              </a:defRPr>
            </a:pPr>
            <a:r>
              <a:t>• Measure model accuracy and real-time performance (FPS, latency)</a:t>
            </a:r>
          </a:p>
          <a:p>
            <a:pPr>
              <a:spcAft>
                <a:spcPts val="100"/>
              </a:spcAft>
              <a:defRPr sz="760">
                <a:solidFill>
                  <a:srgbClr val="191F26"/>
                </a:solidFill>
                <a:latin typeface="Aptos"/>
              </a:defRPr>
            </a:pPr>
            <a:r>
              <a:t>• Fix edge cases and optimize for robustness</a:t>
            </a:r>
          </a:p>
          <a:p>
            <a:pPr>
              <a:spcAft>
                <a:spcPts val="100"/>
              </a:spcAft>
              <a:defRPr sz="760">
                <a:solidFill>
                  <a:srgbClr val="191F26"/>
                </a:solidFill>
                <a:latin typeface="Aptos"/>
              </a:defRPr>
            </a:pPr>
            <a:r>
              <a:t>• Prepare final prototype for demonstration</a:t>
            </a:r>
          </a:p>
        </p:txBody>
      </p:sp>
      <p:sp>
        <p:nvSpPr>
          <p:cNvPr id="168" name="Rounded Rectangle 64">
            <a:extLst>
              <a:ext uri="{FF2B5EF4-FFF2-40B4-BE49-F238E27FC236}">
                <a16:creationId xmlns:a16="http://schemas.microsoft.com/office/drawing/2014/main" id="{DCFB2F8E-ADEE-3E47-C553-FF2C4D020642}"/>
              </a:ext>
            </a:extLst>
          </p:cNvPr>
          <p:cNvSpPr/>
          <p:nvPr/>
        </p:nvSpPr>
        <p:spPr>
          <a:xfrm>
            <a:off x="777240" y="5925312"/>
            <a:ext cx="10561320" cy="438912"/>
          </a:xfrm>
          <a:prstGeom prst="roundRect">
            <a:avLst/>
          </a:prstGeom>
          <a:solidFill>
            <a:srgbClr val="2A5B46"/>
          </a:solidFill>
          <a:ln w="12700">
            <a:solidFill>
              <a:srgbClr val="2A5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BBB07FB-0303-0C64-C4A5-CEBE02578109}"/>
              </a:ext>
            </a:extLst>
          </p:cNvPr>
          <p:cNvSpPr txBox="1"/>
          <p:nvPr/>
        </p:nvSpPr>
        <p:spPr>
          <a:xfrm>
            <a:off x="1234440" y="6053328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POSE DETECTION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13D0163-E4F4-C3D0-6C39-D43EF28D72CA}"/>
              </a:ext>
            </a:extLst>
          </p:cNvPr>
          <p:cNvSpPr txBox="1"/>
          <p:nvPr/>
        </p:nvSpPr>
        <p:spPr>
          <a:xfrm>
            <a:off x="3703320" y="6053328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POSTURE UNDERSTANDING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D813FF7-B48A-0D25-4312-C3F6EC0B9F52}"/>
              </a:ext>
            </a:extLst>
          </p:cNvPr>
          <p:cNvSpPr txBox="1"/>
          <p:nvPr/>
        </p:nvSpPr>
        <p:spPr>
          <a:xfrm>
            <a:off x="6446520" y="6053328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REAL-TIME CORRECTION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85562C49-2A99-38DF-3E96-575F23C8C89F}"/>
              </a:ext>
            </a:extLst>
          </p:cNvPr>
          <p:cNvSpPr txBox="1"/>
          <p:nvPr/>
        </p:nvSpPr>
        <p:spPr>
          <a:xfrm>
            <a:off x="9144000" y="6053328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PERSONALIZED IMPROVEMENT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C9C0A2F-16F5-00C8-AB4D-096E821712FE}"/>
              </a:ext>
            </a:extLst>
          </p:cNvPr>
          <p:cNvSpPr txBox="1"/>
          <p:nvPr/>
        </p:nvSpPr>
        <p:spPr>
          <a:xfrm>
            <a:off x="3246120" y="6025896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C2969E2-FF06-7E7C-59FC-C9AF3D4C666C}"/>
              </a:ext>
            </a:extLst>
          </p:cNvPr>
          <p:cNvSpPr txBox="1"/>
          <p:nvPr/>
        </p:nvSpPr>
        <p:spPr>
          <a:xfrm>
            <a:off x="5989320" y="6025896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68F51EA2-BB05-DE0D-058A-46A54DDC8429}"/>
              </a:ext>
            </a:extLst>
          </p:cNvPr>
          <p:cNvSpPr txBox="1"/>
          <p:nvPr/>
        </p:nvSpPr>
        <p:spPr>
          <a:xfrm>
            <a:off x="8732520" y="6025896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77261-7FB0-6CAB-9C4F-01E366A15D44}"/>
              </a:ext>
            </a:extLst>
          </p:cNvPr>
          <p:cNvSpPr txBox="1"/>
          <p:nvPr/>
        </p:nvSpPr>
        <p:spPr>
          <a:xfrm>
            <a:off x="11786616" y="6364224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35009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B990A1F-F8A4-5A42-E187-5EC460B91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461"/>
            <a:ext cx="12192000" cy="68048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AA72B6-252B-BE8E-2CE3-00DA7E56AA2C}"/>
              </a:ext>
            </a:extLst>
          </p:cNvPr>
          <p:cNvSpPr txBox="1"/>
          <p:nvPr/>
        </p:nvSpPr>
        <p:spPr>
          <a:xfrm>
            <a:off x="11787722" y="6354657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10253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794DC-29A8-57DD-F9B6-54A93C0178D8}"/>
              </a:ext>
            </a:extLst>
          </p:cNvPr>
          <p:cNvSpPr txBox="1"/>
          <p:nvPr/>
        </p:nvSpPr>
        <p:spPr>
          <a:xfrm>
            <a:off x="670552" y="1489543"/>
            <a:ext cx="4839294" cy="4459426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Image/Video Collection: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Frame Extraction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Pose Estimation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 err="1">
                <a:ea typeface="+mn-lt"/>
                <a:cs typeface="+mn-lt"/>
              </a:rPr>
              <a:t>Keypoint</a:t>
            </a:r>
            <a:r>
              <a:rPr lang="en-US" sz="2400" b="1" dirty="0">
                <a:ea typeface="+mn-lt"/>
                <a:cs typeface="+mn-lt"/>
              </a:rPr>
              <a:t> Filtering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Normalization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Feature Extraction</a:t>
            </a:r>
            <a:endParaRPr lang="en-US" sz="2400" dirty="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Data Augmentation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Labeling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7081E1-1A83-5F54-F1B2-6C41F68E0975}"/>
              </a:ext>
            </a:extLst>
          </p:cNvPr>
          <p:cNvSpPr txBox="1"/>
          <p:nvPr/>
        </p:nvSpPr>
        <p:spPr>
          <a:xfrm>
            <a:off x="6254013" y="1489543"/>
            <a:ext cx="4958862" cy="4459426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Metadata Collection</a:t>
            </a:r>
            <a:endParaRPr lang="en-US" sz="2400" dirty="0"/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Data Cleaning</a:t>
            </a:r>
            <a:endParaRPr lang="en-US" sz="2400" dirty="0"/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Missing Values</a:t>
            </a:r>
            <a:endParaRPr lang="en-US" sz="2400" dirty="0"/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Categorical Encoding</a:t>
            </a:r>
            <a:endParaRPr lang="en-US" sz="2400" dirty="0"/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Normalization</a:t>
            </a:r>
            <a:endParaRPr lang="en-US" sz="2400" dirty="0">
              <a:ea typeface="+mn-lt"/>
              <a:cs typeface="+mn-lt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Label Verification</a:t>
            </a:r>
            <a:endParaRPr lang="en-US" sz="2400" dirty="0"/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Outlier Detection</a:t>
            </a:r>
            <a:endParaRPr lang="en-US" sz="2400" dirty="0"/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Dataset Splitting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167CE8-D1C2-F8FD-6359-57C12609BE35}"/>
              </a:ext>
            </a:extLst>
          </p:cNvPr>
          <p:cNvSpPr txBox="1"/>
          <p:nvPr/>
        </p:nvSpPr>
        <p:spPr>
          <a:xfrm>
            <a:off x="611243" y="486045"/>
            <a:ext cx="5343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Raleway (Body)Raleway (Body)"/>
              </a:rPr>
              <a:t>Dataset Preprocessing</a:t>
            </a:r>
            <a:endParaRPr lang="en-IN" sz="3600" b="1" dirty="0">
              <a:latin typeface="Raleway (Body)Raleway (Body)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5755DA-B598-0568-7651-3C605DEC44C0}"/>
              </a:ext>
            </a:extLst>
          </p:cNvPr>
          <p:cNvSpPr txBox="1"/>
          <p:nvPr/>
        </p:nvSpPr>
        <p:spPr>
          <a:xfrm>
            <a:off x="6119445" y="486045"/>
            <a:ext cx="5650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Raleway (Body)Raleway (Body)"/>
              </a:rPr>
              <a:t>Metadata Preprocessing</a:t>
            </a:r>
            <a:endParaRPr lang="en-IN" sz="3600" b="1" dirty="0">
              <a:latin typeface="Raleway (Body)Raleway (Body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1B1ED9-DE0A-6CE4-C003-02A7DD81159C}"/>
              </a:ext>
            </a:extLst>
          </p:cNvPr>
          <p:cNvSpPr txBox="1"/>
          <p:nvPr/>
        </p:nvSpPr>
        <p:spPr>
          <a:xfrm>
            <a:off x="11720051" y="6319487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31311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C07BFCC-6E1A-D6C5-A236-E17904BE4E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727"/>
          <a:stretch>
            <a:fillRect/>
          </a:stretch>
        </p:blipFill>
        <p:spPr>
          <a:xfrm>
            <a:off x="474740" y="60808"/>
            <a:ext cx="5621260" cy="67363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485D31-9EBE-1164-C948-B83DDAFE398F}"/>
              </a:ext>
            </a:extLst>
          </p:cNvPr>
          <p:cNvSpPr txBox="1"/>
          <p:nvPr/>
        </p:nvSpPr>
        <p:spPr>
          <a:xfrm>
            <a:off x="11720051" y="6319487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FDB630-1BF5-257F-E4D2-EFBB0BF64076}"/>
              </a:ext>
            </a:extLst>
          </p:cNvPr>
          <p:cNvSpPr txBox="1"/>
          <p:nvPr/>
        </p:nvSpPr>
        <p:spPr>
          <a:xfrm>
            <a:off x="6290510" y="3918830"/>
            <a:ext cx="56212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Fig. Postures of yoga asanas considered in </a:t>
            </a:r>
            <a:r>
              <a:rPr lang="en-IN"/>
              <a:t>this paper [2]</a:t>
            </a:r>
            <a:endParaRPr lang="en-IN" dirty="0"/>
          </a:p>
          <a:p>
            <a:endParaRPr lang="en-IN" dirty="0"/>
          </a:p>
          <a:p>
            <a:r>
              <a:rPr lang="en-IN" i="1" dirty="0"/>
              <a:t>YogNet: A Two-Stream Network for Realtime Multi person Yoga Action Recognition and Posture Correction”</a:t>
            </a:r>
            <a:r>
              <a:rPr lang="en-IN" dirty="0"/>
              <a:t> by S. K. Yadav, A. Agarwal, A. Kumar, K. Tiwari, H. Pandey, and S. A. Akbar, published in </a:t>
            </a:r>
            <a:r>
              <a:rPr lang="en-IN" i="1" dirty="0"/>
              <a:t>Knowledge-Based Systems</a:t>
            </a:r>
            <a:r>
              <a:rPr lang="en-IN" dirty="0"/>
              <a:t>, 2022, Volume 250, Article 109097 </a:t>
            </a:r>
          </a:p>
        </p:txBody>
      </p:sp>
    </p:spTree>
    <p:extLst>
      <p:ext uri="{BB962C8B-B14F-4D97-AF65-F5344CB8AC3E}">
        <p14:creationId xmlns:p14="http://schemas.microsoft.com/office/powerpoint/2010/main" val="108911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8619EF-F0A7-DCF3-5598-D02C0CFD99C9}"/>
              </a:ext>
            </a:extLst>
          </p:cNvPr>
          <p:cNvSpPr txBox="1"/>
          <p:nvPr/>
        </p:nvSpPr>
        <p:spPr>
          <a:xfrm>
            <a:off x="3512574" y="75042"/>
            <a:ext cx="5343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Raleway (Body)Raleway (Body)"/>
              </a:rPr>
              <a:t>Training Strategy</a:t>
            </a:r>
            <a:endParaRPr lang="en-IN" sz="3600" b="1" dirty="0">
              <a:latin typeface="Raleway (Body)Raleway (Body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4D9B78-C68A-CF3D-4B99-27086DABC41D}"/>
              </a:ext>
            </a:extLst>
          </p:cNvPr>
          <p:cNvSpPr txBox="1"/>
          <p:nvPr/>
        </p:nvSpPr>
        <p:spPr>
          <a:xfrm>
            <a:off x="776748" y="809863"/>
            <a:ext cx="10638503" cy="39054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Dataset Split </a:t>
            </a:r>
            <a:r>
              <a:rPr lang="en-US" sz="2400" dirty="0">
                <a:ea typeface="+mn-lt"/>
                <a:cs typeface="+mn-lt"/>
              </a:rPr>
              <a:t>Train, validation and test sets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Transfer  Learning</a:t>
            </a:r>
            <a:r>
              <a:rPr lang="en-US" sz="2400" dirty="0">
                <a:ea typeface="+mn-lt"/>
                <a:cs typeface="+mn-lt"/>
              </a:rPr>
              <a:t>: Used pretrained model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Fine-Tuning</a:t>
            </a:r>
            <a:r>
              <a:rPr lang="en-US" sz="2400" dirty="0">
                <a:ea typeface="+mn-lt"/>
                <a:cs typeface="+mn-lt"/>
              </a:rPr>
              <a:t> Unfroze top layers for fine-tuning with low learning rate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Loss Function </a:t>
            </a:r>
            <a:r>
              <a:rPr lang="en-US" sz="2400" dirty="0">
                <a:ea typeface="+mn-lt"/>
                <a:cs typeface="+mn-lt"/>
              </a:rPr>
              <a:t>: Categorical cross-entropy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Optimizer</a:t>
            </a:r>
            <a:r>
              <a:rPr lang="en-US" sz="2400" dirty="0">
                <a:ea typeface="+mn-lt"/>
                <a:cs typeface="+mn-lt"/>
              </a:rPr>
              <a:t> : Adam with learning rate scheduling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Regularization : </a:t>
            </a:r>
            <a:r>
              <a:rPr lang="en-US" sz="2400" dirty="0">
                <a:ea typeface="+mn-lt"/>
                <a:cs typeface="+mn-lt"/>
              </a:rPr>
              <a:t>Dropout &amp; early stopping to reduce overfitting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Metrics Tracked : </a:t>
            </a:r>
            <a:r>
              <a:rPr lang="en-US" sz="2400" dirty="0">
                <a:ea typeface="+mn-lt"/>
                <a:cs typeface="+mn-lt"/>
              </a:rPr>
              <a:t>Accuracy, precision, recall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08ACB2-9F94-E192-CD9A-3E1413E35359}"/>
              </a:ext>
            </a:extLst>
          </p:cNvPr>
          <p:cNvSpPr txBox="1"/>
          <p:nvPr/>
        </p:nvSpPr>
        <p:spPr>
          <a:xfrm>
            <a:off x="3372465" y="4803781"/>
            <a:ext cx="4387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/>
              <a:t>Evaluation Metrics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681FC4-9D96-2D10-BDE7-80C582BC9302}"/>
              </a:ext>
            </a:extLst>
          </p:cNvPr>
          <p:cNvSpPr txBox="1"/>
          <p:nvPr/>
        </p:nvSpPr>
        <p:spPr>
          <a:xfrm>
            <a:off x="1189704" y="5524917"/>
            <a:ext cx="164981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800" b="1" dirty="0"/>
              <a:t>F1 Score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5F8498-2172-3AF5-3E1A-C570B969FD50}"/>
              </a:ext>
            </a:extLst>
          </p:cNvPr>
          <p:cNvSpPr txBox="1"/>
          <p:nvPr/>
        </p:nvSpPr>
        <p:spPr>
          <a:xfrm>
            <a:off x="3949546" y="5658707"/>
            <a:ext cx="323357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800" b="1" dirty="0"/>
              <a:t>ROC Curve &amp; AUC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048FCF-8526-7D50-BAA2-205AC611F614}"/>
              </a:ext>
            </a:extLst>
          </p:cNvPr>
          <p:cNvSpPr txBox="1"/>
          <p:nvPr/>
        </p:nvSpPr>
        <p:spPr>
          <a:xfrm>
            <a:off x="8293155" y="5524917"/>
            <a:ext cx="308770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800" b="1" dirty="0"/>
              <a:t>Confusion Matrix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58032B-0B46-4AE8-D1A6-00D05F4DC4FD}"/>
              </a:ext>
            </a:extLst>
          </p:cNvPr>
          <p:cNvSpPr txBox="1"/>
          <p:nvPr/>
        </p:nvSpPr>
        <p:spPr>
          <a:xfrm>
            <a:off x="11720051" y="6319487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55949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606200-021B-719D-6E28-1B1D4C5CB76F}"/>
              </a:ext>
            </a:extLst>
          </p:cNvPr>
          <p:cNvSpPr txBox="1"/>
          <p:nvPr/>
        </p:nvSpPr>
        <p:spPr>
          <a:xfrm>
            <a:off x="3424084" y="271687"/>
            <a:ext cx="5343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Raleway (Body)Raleway (Body)"/>
              </a:rPr>
              <a:t>Real World Application</a:t>
            </a:r>
            <a:endParaRPr lang="en-IN" sz="3600" b="1" dirty="0">
              <a:latin typeface="Raleway (Body)Raleway (Body)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F0A06AE-B81A-5CDE-E21C-B2FE3CE5ABDE}"/>
              </a:ext>
            </a:extLst>
          </p:cNvPr>
          <p:cNvGrpSpPr/>
          <p:nvPr/>
        </p:nvGrpSpPr>
        <p:grpSpPr>
          <a:xfrm>
            <a:off x="580103" y="1214027"/>
            <a:ext cx="5299586" cy="5372286"/>
            <a:chOff x="580103" y="1214027"/>
            <a:chExt cx="5299586" cy="537228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4C92397-7C45-0738-CF0E-E355612EFFF6}"/>
                </a:ext>
              </a:extLst>
            </p:cNvPr>
            <p:cNvGrpSpPr/>
            <p:nvPr/>
          </p:nvGrpSpPr>
          <p:grpSpPr>
            <a:xfrm>
              <a:off x="580103" y="1214027"/>
              <a:ext cx="5299586" cy="1612491"/>
              <a:chOff x="717755" y="1533832"/>
              <a:chExt cx="5299586" cy="1612491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2B16C899-13C5-8939-5D33-1C53FC0CA558}"/>
                  </a:ext>
                </a:extLst>
              </p:cNvPr>
              <p:cNvSpPr/>
              <p:nvPr/>
            </p:nvSpPr>
            <p:spPr>
              <a:xfrm>
                <a:off x="717755" y="1533832"/>
                <a:ext cx="4896464" cy="1612491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4744AB-560D-CA6A-7A37-7B159BEE84BB}"/>
                  </a:ext>
                </a:extLst>
              </p:cNvPr>
              <p:cNvSpPr txBox="1"/>
              <p:nvPr/>
            </p:nvSpPr>
            <p:spPr>
              <a:xfrm>
                <a:off x="2290916" y="1739912"/>
                <a:ext cx="372642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ea typeface="+mn-lt"/>
                    <a:cs typeface="+mn-lt"/>
                  </a:rPr>
                  <a:t>Home-Based Yoga Training</a:t>
                </a:r>
                <a:r>
                  <a:rPr lang="en-US" dirty="0">
                    <a:ea typeface="+mn-lt"/>
                    <a:cs typeface="+mn-lt"/>
                  </a:rPr>
                  <a:t>  Provides real-time posture guidance without requiring a physical instructor. </a:t>
                </a:r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857E8F8-8A7D-51A8-2EEC-8C5399B23B37}"/>
                  </a:ext>
                </a:extLst>
              </p:cNvPr>
              <p:cNvSpPr/>
              <p:nvPr/>
            </p:nvSpPr>
            <p:spPr>
              <a:xfrm>
                <a:off x="934065" y="1759974"/>
                <a:ext cx="1268361" cy="1200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1D22F05-958D-115B-7821-008715C416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13008" y="1798838"/>
                <a:ext cx="910473" cy="910473"/>
              </a:xfrm>
              <a:prstGeom prst="rect">
                <a:avLst/>
              </a:prstGeom>
            </p:spPr>
          </p:pic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CE4C7E0-310E-F2B3-84AF-EDE6494F7F3D}"/>
                </a:ext>
              </a:extLst>
            </p:cNvPr>
            <p:cNvGrpSpPr/>
            <p:nvPr/>
          </p:nvGrpSpPr>
          <p:grpSpPr>
            <a:xfrm>
              <a:off x="580103" y="3032600"/>
              <a:ext cx="5112774" cy="3553713"/>
              <a:chOff x="580103" y="3032600"/>
              <a:chExt cx="5112774" cy="3553713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1A5FE29B-1DB0-C81D-7BB0-9C9532A02625}"/>
                  </a:ext>
                </a:extLst>
              </p:cNvPr>
              <p:cNvGrpSpPr/>
              <p:nvPr/>
            </p:nvGrpSpPr>
            <p:grpSpPr>
              <a:xfrm>
                <a:off x="580103" y="4973822"/>
                <a:ext cx="4896464" cy="1612491"/>
                <a:chOff x="717755" y="1533832"/>
                <a:chExt cx="4896464" cy="1612491"/>
              </a:xfrm>
            </p:grpSpPr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4A76E9EE-A7E7-C2BC-3E10-FC26037C5254}"/>
                    </a:ext>
                  </a:extLst>
                </p:cNvPr>
                <p:cNvSpPr/>
                <p:nvPr/>
              </p:nvSpPr>
              <p:spPr>
                <a:xfrm>
                  <a:off x="717755" y="1533832"/>
                  <a:ext cx="4896464" cy="1612491"/>
                </a:xfrm>
                <a:prstGeom prst="round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A23FBA5-5DBD-7C2B-D44B-E2AE4F23C0A0}"/>
                    </a:ext>
                  </a:extLst>
                </p:cNvPr>
                <p:cNvSpPr txBox="1"/>
                <p:nvPr/>
              </p:nvSpPr>
              <p:spPr>
                <a:xfrm>
                  <a:off x="2285999" y="1678587"/>
                  <a:ext cx="3244646" cy="1200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ea typeface="+mn-lt"/>
                      <a:cs typeface="+mn-lt"/>
                    </a:rPr>
                    <a:t>Fitness &amp; Wellness Platforms</a:t>
                  </a:r>
                  <a:r>
                    <a:rPr lang="en-US" dirty="0">
                      <a:ea typeface="+mn-lt"/>
                      <a:cs typeface="+mn-lt"/>
                    </a:rPr>
                    <a:t> – Integrates posture correction into AI-powered fitness applications. </a:t>
                  </a:r>
                  <a:endParaRPr lang="en-US" dirty="0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374598A7-936A-39E0-7052-E92AEA9DDCA3}"/>
                    </a:ext>
                  </a:extLst>
                </p:cNvPr>
                <p:cNvSpPr/>
                <p:nvPr/>
              </p:nvSpPr>
              <p:spPr>
                <a:xfrm>
                  <a:off x="934065" y="1759974"/>
                  <a:ext cx="1268361" cy="120032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1418E634-20A3-4FCD-B933-F651FD9A350F}"/>
                  </a:ext>
                </a:extLst>
              </p:cNvPr>
              <p:cNvGrpSpPr/>
              <p:nvPr/>
            </p:nvGrpSpPr>
            <p:grpSpPr>
              <a:xfrm>
                <a:off x="580103" y="3032600"/>
                <a:ext cx="5112774" cy="1612491"/>
                <a:chOff x="717755" y="1533832"/>
                <a:chExt cx="5112774" cy="1612491"/>
              </a:xfrm>
            </p:grpSpPr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44C1411C-14D3-3AC0-C576-D08D0B2461CA}"/>
                    </a:ext>
                  </a:extLst>
                </p:cNvPr>
                <p:cNvSpPr/>
                <p:nvPr/>
              </p:nvSpPr>
              <p:spPr>
                <a:xfrm>
                  <a:off x="717755" y="1533832"/>
                  <a:ext cx="4896464" cy="1612491"/>
                </a:xfrm>
                <a:prstGeom prst="round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684B540-ADE9-E7F0-E661-DE6936B41AD7}"/>
                    </a:ext>
                  </a:extLst>
                </p:cNvPr>
                <p:cNvSpPr txBox="1"/>
                <p:nvPr/>
              </p:nvSpPr>
              <p:spPr>
                <a:xfrm>
                  <a:off x="2290916" y="1739912"/>
                  <a:ext cx="3539613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ea typeface="+mn-lt"/>
                      <a:cs typeface="+mn-lt"/>
                    </a:rPr>
                    <a:t>Physiotherapy Rehabilitation</a:t>
                  </a:r>
                  <a:r>
                    <a:rPr lang="en-US" dirty="0">
                      <a:ea typeface="+mn-lt"/>
                      <a:cs typeface="+mn-lt"/>
                    </a:rPr>
                    <a:t> Assists patients in performing prescribed movements with proper body alignment.</a:t>
                  </a:r>
                  <a:endParaRPr lang="en-US" dirty="0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AB26C4B2-CC57-90E1-CA77-004F9B2FFA64}"/>
                    </a:ext>
                  </a:extLst>
                </p:cNvPr>
                <p:cNvSpPr/>
                <p:nvPr/>
              </p:nvSpPr>
              <p:spPr>
                <a:xfrm>
                  <a:off x="934065" y="1759974"/>
                  <a:ext cx="1268361" cy="120032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9CAC6C19-9202-2A80-9A21-833D6109E0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7385" y="3429000"/>
                <a:ext cx="858444" cy="858444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674614DB-B240-77DA-7AF9-572F6F926A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5356" y="5378967"/>
                <a:ext cx="893578" cy="893578"/>
              </a:xfrm>
              <a:prstGeom prst="rect">
                <a:avLst/>
              </a:prstGeom>
            </p:spPr>
          </p:pic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5682086-154F-29B7-9C09-FCA14515BE4A}"/>
              </a:ext>
            </a:extLst>
          </p:cNvPr>
          <p:cNvGrpSpPr/>
          <p:nvPr/>
        </p:nvGrpSpPr>
        <p:grpSpPr>
          <a:xfrm>
            <a:off x="6135329" y="1152701"/>
            <a:ext cx="5299586" cy="5372286"/>
            <a:chOff x="580103" y="1214027"/>
            <a:chExt cx="5299586" cy="537228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72DA857-E49A-80E7-B9E9-50EB6AB42371}"/>
                </a:ext>
              </a:extLst>
            </p:cNvPr>
            <p:cNvGrpSpPr/>
            <p:nvPr/>
          </p:nvGrpSpPr>
          <p:grpSpPr>
            <a:xfrm>
              <a:off x="580103" y="1214027"/>
              <a:ext cx="5299586" cy="1612491"/>
              <a:chOff x="717755" y="1533832"/>
              <a:chExt cx="5299586" cy="1612491"/>
            </a:xfrm>
          </p:grpSpPr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DB8ACF04-F63F-CFBE-5084-F06874696157}"/>
                  </a:ext>
                </a:extLst>
              </p:cNvPr>
              <p:cNvSpPr/>
              <p:nvPr/>
            </p:nvSpPr>
            <p:spPr>
              <a:xfrm>
                <a:off x="717755" y="1533832"/>
                <a:ext cx="4896464" cy="1612491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5A5C110-A9FB-72AF-1702-F02831993157}"/>
                  </a:ext>
                </a:extLst>
              </p:cNvPr>
              <p:cNvSpPr txBox="1"/>
              <p:nvPr/>
            </p:nvSpPr>
            <p:spPr>
              <a:xfrm>
                <a:off x="2290916" y="1739912"/>
                <a:ext cx="372642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ea typeface="+mn-lt"/>
                    <a:cs typeface="+mn-lt"/>
                  </a:rPr>
                  <a:t>Virtual Yoga Instructor</a:t>
                </a:r>
                <a:r>
                  <a:rPr lang="en-US" dirty="0">
                    <a:ea typeface="+mn-lt"/>
                    <a:cs typeface="+mn-lt"/>
                  </a:rPr>
                  <a:t> – Provides automated pose evaluation and corrective feedback during practice.</a:t>
                </a:r>
                <a:endParaRPr lang="en-US" dirty="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74153ED1-41BC-C87B-EF56-23E8F11EBB9F}"/>
                  </a:ext>
                </a:extLst>
              </p:cNvPr>
              <p:cNvSpPr/>
              <p:nvPr/>
            </p:nvSpPr>
            <p:spPr>
              <a:xfrm>
                <a:off x="934065" y="1759974"/>
                <a:ext cx="1268361" cy="1200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C1E13D8-7434-E063-7178-6B805899E687}"/>
                </a:ext>
              </a:extLst>
            </p:cNvPr>
            <p:cNvGrpSpPr/>
            <p:nvPr/>
          </p:nvGrpSpPr>
          <p:grpSpPr>
            <a:xfrm>
              <a:off x="580103" y="3032600"/>
              <a:ext cx="5112774" cy="3553713"/>
              <a:chOff x="580103" y="3032600"/>
              <a:chExt cx="5112774" cy="3553713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2C09DD66-61A0-168B-6D9F-E0EB016A74DA}"/>
                  </a:ext>
                </a:extLst>
              </p:cNvPr>
              <p:cNvGrpSpPr/>
              <p:nvPr/>
            </p:nvGrpSpPr>
            <p:grpSpPr>
              <a:xfrm>
                <a:off x="580103" y="4973822"/>
                <a:ext cx="4896464" cy="1612491"/>
                <a:chOff x="717755" y="1533832"/>
                <a:chExt cx="4896464" cy="1612491"/>
              </a:xfrm>
            </p:grpSpPr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D48E9FFD-DC0D-1636-F0F4-7A53CB0FABEE}"/>
                    </a:ext>
                  </a:extLst>
                </p:cNvPr>
                <p:cNvSpPr/>
                <p:nvPr/>
              </p:nvSpPr>
              <p:spPr>
                <a:xfrm>
                  <a:off x="717755" y="1533832"/>
                  <a:ext cx="4896464" cy="1612491"/>
                </a:xfrm>
                <a:prstGeom prst="round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CD35B23-5ECE-C6D6-6C80-3D401B73B2C1}"/>
                    </a:ext>
                  </a:extLst>
                </p:cNvPr>
                <p:cNvSpPr txBox="1"/>
                <p:nvPr/>
              </p:nvSpPr>
              <p:spPr>
                <a:xfrm>
                  <a:off x="2246671" y="1621474"/>
                  <a:ext cx="3323302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ea typeface="+mn-lt"/>
                      <a:cs typeface="+mn-lt"/>
                    </a:rPr>
                    <a:t>Remote/Online Yoga Classes</a:t>
                  </a:r>
                  <a:r>
                    <a:rPr lang="en-US" dirty="0">
                      <a:ea typeface="+mn-lt"/>
                      <a:cs typeface="+mn-lt"/>
                    </a:rPr>
                    <a:t> – Enables instructors or platforms to monitor users remotely through AI-based pose analysis. </a:t>
                  </a:r>
                  <a:endParaRPr lang="en-US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467B4AC8-C1EA-BFFA-2CD2-E1392B00305E}"/>
                    </a:ext>
                  </a:extLst>
                </p:cNvPr>
                <p:cNvSpPr/>
                <p:nvPr/>
              </p:nvSpPr>
              <p:spPr>
                <a:xfrm>
                  <a:off x="934065" y="1759974"/>
                  <a:ext cx="1268361" cy="120032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2A8C9E1F-C22E-93CB-0EE7-908424F8286E}"/>
                  </a:ext>
                </a:extLst>
              </p:cNvPr>
              <p:cNvGrpSpPr/>
              <p:nvPr/>
            </p:nvGrpSpPr>
            <p:grpSpPr>
              <a:xfrm>
                <a:off x="580103" y="3032600"/>
                <a:ext cx="5112774" cy="1612491"/>
                <a:chOff x="717755" y="1533832"/>
                <a:chExt cx="5112774" cy="1612491"/>
              </a:xfrm>
            </p:grpSpPr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B51850E5-F3CC-01ED-1441-2F8A9847B5EB}"/>
                    </a:ext>
                  </a:extLst>
                </p:cNvPr>
                <p:cNvSpPr/>
                <p:nvPr/>
              </p:nvSpPr>
              <p:spPr>
                <a:xfrm>
                  <a:off x="717755" y="1533832"/>
                  <a:ext cx="4896464" cy="1612491"/>
                </a:xfrm>
                <a:prstGeom prst="round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B296654-174A-318B-3F38-F4F304720DD3}"/>
                    </a:ext>
                  </a:extLst>
                </p:cNvPr>
                <p:cNvSpPr txBox="1"/>
                <p:nvPr/>
              </p:nvSpPr>
              <p:spPr>
                <a:xfrm>
                  <a:off x="2290916" y="1636419"/>
                  <a:ext cx="3539613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ea typeface="+mn-lt"/>
                      <a:cs typeface="+mn-lt"/>
                    </a:rPr>
                    <a:t>Mobile &amp; Web Applications</a:t>
                  </a:r>
                  <a:r>
                    <a:rPr lang="en-US" dirty="0">
                      <a:ea typeface="+mn-lt"/>
                      <a:cs typeface="+mn-lt"/>
                    </a:rPr>
                    <a:t> – Enables camera-based yoga assessment using smartphones, laptops, or webcams. </a:t>
                  </a:r>
                  <a:endParaRPr lang="en-US" dirty="0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4A4DE67-55E9-B492-6C32-9DAADA988641}"/>
                    </a:ext>
                  </a:extLst>
                </p:cNvPr>
                <p:cNvSpPr/>
                <p:nvPr/>
              </p:nvSpPr>
              <p:spPr>
                <a:xfrm>
                  <a:off x="934065" y="1759974"/>
                  <a:ext cx="1268361" cy="120032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BBCD9EC6-EA1E-FECA-65D5-3A952B5098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4441" y="1513971"/>
            <a:ext cx="914783" cy="91478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4FBB962-4D04-8852-FFC5-ECAFBC487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4441" y="3417725"/>
            <a:ext cx="869719" cy="86971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F2DD9E25-1148-8576-D3DB-1DDA751379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9759" y="5286447"/>
            <a:ext cx="914401" cy="914401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C848E25A-15B3-0EC9-377B-664A6D856F38}"/>
              </a:ext>
            </a:extLst>
          </p:cNvPr>
          <p:cNvSpPr txBox="1"/>
          <p:nvPr/>
        </p:nvSpPr>
        <p:spPr>
          <a:xfrm>
            <a:off x="11720051" y="6319487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4599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C92F7F-C91B-79DF-03DF-F693E4E75A58}"/>
              </a:ext>
            </a:extLst>
          </p:cNvPr>
          <p:cNvSpPr txBox="1"/>
          <p:nvPr/>
        </p:nvSpPr>
        <p:spPr>
          <a:xfrm>
            <a:off x="290052" y="367260"/>
            <a:ext cx="11405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Raleway (Body)Raleway (Body)"/>
              </a:rPr>
              <a:t>Research and References :-</a:t>
            </a:r>
            <a:endParaRPr lang="en-IN" sz="3600" b="1" dirty="0">
              <a:latin typeface="Raleway (Body)Raleway (Body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BDE66-BF68-56B1-7702-93F836BF5ED6}"/>
              </a:ext>
            </a:extLst>
          </p:cNvPr>
          <p:cNvSpPr txBox="1"/>
          <p:nvPr/>
        </p:nvSpPr>
        <p:spPr>
          <a:xfrm>
            <a:off x="186813" y="1425840"/>
            <a:ext cx="1161189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[1] </a:t>
            </a:r>
            <a:r>
              <a:rPr lang="en-US" sz="1600" dirty="0" err="1"/>
              <a:t>YogNet</a:t>
            </a:r>
            <a:r>
              <a:rPr lang="en-US" sz="1600" dirty="0"/>
              <a:t>. Yadav, S. K., Agarwal, A., Kumar, A., Tiwari, K., Pandey, H. M., &amp; Akbar, S. A. (2022). </a:t>
            </a:r>
            <a:r>
              <a:rPr lang="en-US" sz="1600" dirty="0" err="1"/>
              <a:t>YogNet</a:t>
            </a:r>
            <a:r>
              <a:rPr lang="en-US" sz="1600" dirty="0"/>
              <a:t>: A two-stream network for </a:t>
            </a:r>
            <a:r>
              <a:rPr lang="en-US" sz="1600" dirty="0" err="1"/>
              <a:t>realtime</a:t>
            </a:r>
            <a:r>
              <a:rPr lang="en-US" sz="1600" dirty="0"/>
              <a:t> </a:t>
            </a:r>
            <a:r>
              <a:rPr lang="en-US" sz="1600" dirty="0" err="1"/>
              <a:t>multiperson</a:t>
            </a:r>
            <a:r>
              <a:rPr lang="en-US" sz="1600" dirty="0"/>
              <a:t> yoga action recognition and posture correction. </a:t>
            </a:r>
            <a:r>
              <a:rPr lang="en-US" sz="1600" i="1" dirty="0"/>
              <a:t>Knowledge-Based Systems, 250</a:t>
            </a:r>
            <a:r>
              <a:rPr lang="en-US" sz="1600" dirty="0"/>
              <a:t>, 109097. </a:t>
            </a:r>
            <a:r>
              <a:rPr lang="en-US" sz="1600" dirty="0">
                <a:hlinkClick r:id="rId2" action="ppaction://hlinksldjump"/>
              </a:rPr>
              <a:t>https://doi.org/10.1016/j.knosys.2022.109097</a:t>
            </a:r>
            <a:endParaRPr lang="en-US" sz="1600" dirty="0"/>
          </a:p>
          <a:p>
            <a:pPr fontAlgn="base"/>
            <a:endParaRPr lang="en-IN" sz="1600" dirty="0"/>
          </a:p>
          <a:p>
            <a:r>
              <a:rPr lang="en-US" sz="1600" dirty="0"/>
              <a:t>[2] Real Time Yoga Pose Detection Using AI. Pawar, P. U., &amp; Kulkarni, H. H. (2025). Real Time Yoga Pose Detection Using AI. </a:t>
            </a:r>
            <a:r>
              <a:rPr lang="en-US" sz="1600" i="1" dirty="0"/>
              <a:t>International Journal of Latest Technology in Engineering Management &amp; Applied Science, 14</a:t>
            </a:r>
            <a:r>
              <a:rPr lang="en-US" sz="1600" dirty="0"/>
              <a:t>(10), 151–155. </a:t>
            </a:r>
            <a:r>
              <a:rPr lang="en-US" sz="1600" dirty="0">
                <a:hlinkClick r:id="rId2" action="ppaction://hlinksldjump"/>
              </a:rPr>
              <a:t>https://doi.org/10.51583/IJLTEMAS.2025.1410000020</a:t>
            </a:r>
            <a:endParaRPr lang="en-US" sz="1600" dirty="0"/>
          </a:p>
          <a:p>
            <a:pPr lvl="0" fontAlgn="base"/>
            <a:endParaRPr lang="en-US" sz="1600" dirty="0"/>
          </a:p>
          <a:p>
            <a:pPr fontAlgn="base"/>
            <a:r>
              <a:rPr lang="en-IN" sz="1600" dirty="0"/>
              <a:t>[3] Yeh, S.-C., &amp; Yang, C.-K. (2025). Yoga pose recognition and motion analysis for a home-based fitness monitoring and health management system. </a:t>
            </a:r>
            <a:r>
              <a:rPr lang="en-IN" sz="1600" i="1" dirty="0"/>
              <a:t>Signal, Image and Video Processing</a:t>
            </a:r>
            <a:r>
              <a:rPr lang="en-IN" sz="1600" dirty="0"/>
              <a:t>. </a:t>
            </a:r>
            <a:r>
              <a:rPr lang="en-IN" sz="1600" u="sng" dirty="0">
                <a:hlinkClick r:id="rId3"/>
              </a:rPr>
              <a:t>https://doi.org/10.1007/s11760-025-04436-6</a:t>
            </a:r>
            <a:r>
              <a:rPr lang="en-US" sz="1600" dirty="0"/>
              <a:t>​</a:t>
            </a:r>
          </a:p>
          <a:p>
            <a:pPr lvl="0" fontAlgn="base"/>
            <a:endParaRPr lang="en-US" sz="1600" dirty="0"/>
          </a:p>
          <a:p>
            <a:pPr fontAlgn="base"/>
            <a:r>
              <a:rPr lang="en-IN" sz="1600" dirty="0"/>
              <a:t>[4] Vallabhaneni, N., &amp; </a:t>
            </a:r>
            <a:r>
              <a:rPr lang="en-IN" sz="1600" dirty="0" err="1"/>
              <a:t>Panneer</a:t>
            </a:r>
            <a:r>
              <a:rPr lang="en-IN" sz="1600" dirty="0"/>
              <a:t>, P. (2026). Reinforcement learning-driven adaptive coaching using 3D vision transformers for personalized yoga pose correction. </a:t>
            </a:r>
            <a:r>
              <a:rPr lang="en-IN" sz="1600" i="1" dirty="0"/>
              <a:t>International Journal of Computational Intelligence Systems</a:t>
            </a:r>
            <a:r>
              <a:rPr lang="en-IN" sz="1600" dirty="0"/>
              <a:t>. </a:t>
            </a:r>
            <a:r>
              <a:rPr lang="en-IN" sz="1600" u="sng" dirty="0">
                <a:hlinkClick r:id="rId4"/>
              </a:rPr>
              <a:t>https://doi.org/10.1007/s44196-026-01494-7</a:t>
            </a:r>
            <a:r>
              <a:rPr lang="en-US" sz="1600" dirty="0"/>
              <a:t> ​</a:t>
            </a:r>
          </a:p>
          <a:p>
            <a:pPr fontAlgn="base"/>
            <a:endParaRPr lang="en-US" sz="1600" dirty="0"/>
          </a:p>
          <a:p>
            <a:pPr fontAlgn="base"/>
            <a:r>
              <a:rPr lang="en-IN" sz="1600" dirty="0"/>
              <a:t>[5] Mohiuddin, M., Hossain, S. M. M., Khanam, S., Barua, P., Barua, A., &amp; Hossain, M. D. T. (2026). Integrating skeleton based representations for robust yoga pose classification using deep learning models. </a:t>
            </a:r>
            <a:r>
              <a:rPr lang="en-IN" sz="1600" i="1" dirty="0"/>
              <a:t>Scientific Reports, 16</a:t>
            </a:r>
            <a:r>
              <a:rPr lang="en-IN" sz="1600" dirty="0"/>
              <a:t>, 22144. </a:t>
            </a:r>
            <a:r>
              <a:rPr lang="en-IN" sz="1600" u="sng" dirty="0">
                <a:hlinkClick r:id="rId5"/>
              </a:rPr>
              <a:t>https://doi.org/10.1038/s41598-025-23726-0</a:t>
            </a:r>
            <a:endParaRPr lang="en-US" sz="1600" dirty="0"/>
          </a:p>
          <a:p>
            <a:pPr lvl="0" fontAlgn="base"/>
            <a:r>
              <a:rPr lang="en-US" sz="1600" dirty="0"/>
              <a:t>​</a:t>
            </a:r>
          </a:p>
          <a:p>
            <a:pPr fontAlgn="base"/>
            <a:r>
              <a:rPr lang="en-IN" sz="1600" dirty="0"/>
              <a:t>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E6CA08-81ED-1C61-CC98-DE71789A464C}"/>
              </a:ext>
            </a:extLst>
          </p:cNvPr>
          <p:cNvSpPr txBox="1"/>
          <p:nvPr/>
        </p:nvSpPr>
        <p:spPr>
          <a:xfrm>
            <a:off x="11720051" y="6319487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81763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DCE47-E933-6EFA-B9A2-864D31868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175" y="1469735"/>
            <a:ext cx="10515600" cy="39800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dirty="0"/>
              <a:t>[6] Real-Time Yoga Posture Correction Using Deep Learning for Individuals with Physical Disabilities. Aggarwal, V., Yadav, V., Chaudhary, S., Singal, G., Kushwaha, R., &amp; Sharma, L. K. (2026). Real-time yoga posture correction using deep learning for individuals with physical disabilities. </a:t>
            </a:r>
            <a:r>
              <a:rPr lang="en-US" sz="1600" i="1" dirty="0"/>
              <a:t>Scientific Reports</a:t>
            </a:r>
            <a:r>
              <a:rPr lang="en-US" sz="1600" dirty="0"/>
              <a:t>. ​</a:t>
            </a:r>
            <a:r>
              <a:rPr lang="en-US" sz="1600" dirty="0">
                <a:hlinkClick r:id="rId2" action="ppaction://hlinksldjump"/>
              </a:rPr>
              <a:t>https://doi.org/10.1038/s41598-026-54280-y</a:t>
            </a:r>
            <a:endParaRPr lang="en-US" sz="1600" dirty="0"/>
          </a:p>
          <a:p>
            <a:pPr lvl="0" fontAlgn="base"/>
            <a:r>
              <a:rPr lang="en-IN" sz="1600" dirty="0"/>
              <a:t>[7] Aggarwal, V., Yadav, V., Chaudhary, S., Singal, G., Kushwaha, R., &amp; Sharma, L. K. (2026). Real-time yoga posture correction using deep learning for individuals with physical disabilities. </a:t>
            </a:r>
            <a:r>
              <a:rPr lang="en-IN" sz="1600" i="1" dirty="0"/>
              <a:t>Scientific Reports</a:t>
            </a:r>
            <a:r>
              <a:rPr lang="en-IN" sz="1600" u="sng" dirty="0">
                <a:hlinkClick r:id="rId3"/>
              </a:rPr>
              <a:t>https://doi.org/10.1038/s41598-026-54280-y</a:t>
            </a:r>
            <a:r>
              <a:rPr lang="en-US" sz="1600" dirty="0"/>
              <a:t> ​</a:t>
            </a:r>
          </a:p>
          <a:p>
            <a:pPr fontAlgn="base"/>
            <a:r>
              <a:rPr lang="en-IN" sz="1600" dirty="0"/>
              <a:t>[8] Ashok, A., Surendiran, B., &amp; Babu, S. (2025). Yoga pose estimation using </a:t>
            </a:r>
            <a:r>
              <a:rPr lang="en-IN" sz="1600" dirty="0" err="1"/>
              <a:t>MoveNet</a:t>
            </a:r>
            <a:r>
              <a:rPr lang="en-IN" sz="1600" dirty="0"/>
              <a:t> deep learning models. </a:t>
            </a:r>
            <a:r>
              <a:rPr lang="en-IN" sz="1600" i="1" dirty="0" err="1"/>
              <a:t>Sādhanā</a:t>
            </a:r>
            <a:r>
              <a:rPr lang="en-IN" sz="1600" dirty="0"/>
              <a:t>.  </a:t>
            </a:r>
            <a:r>
              <a:rPr lang="en-IN" sz="1600" u="sng" dirty="0">
                <a:hlinkClick r:id="rId4"/>
              </a:rPr>
              <a:t>https://doi.org/10.1007/s12046-025-02788-w</a:t>
            </a:r>
            <a:r>
              <a:rPr lang="en-IN" sz="1600" dirty="0"/>
              <a:t>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7A8341-215F-C5D7-EBCF-1DCD7E8DB600}"/>
              </a:ext>
            </a:extLst>
          </p:cNvPr>
          <p:cNvSpPr txBox="1"/>
          <p:nvPr/>
        </p:nvSpPr>
        <p:spPr>
          <a:xfrm>
            <a:off x="393291" y="337763"/>
            <a:ext cx="11405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Raleway (Body)Raleway (Body)"/>
              </a:rPr>
              <a:t>Research and References :-</a:t>
            </a:r>
            <a:endParaRPr lang="en-IN" sz="3600" b="1" dirty="0">
              <a:latin typeface="Raleway (Body)Raleway (Body)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C1AC9A-B8A0-7846-0423-67CE6A11FA6F}"/>
              </a:ext>
            </a:extLst>
          </p:cNvPr>
          <p:cNvSpPr txBox="1"/>
          <p:nvPr/>
        </p:nvSpPr>
        <p:spPr>
          <a:xfrm>
            <a:off x="11720051" y="6319487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72314495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407</TotalTime>
  <Words>1723</Words>
  <Application>Microsoft Office PowerPoint</Application>
  <PresentationFormat>Widescreen</PresentationFormat>
  <Paragraphs>243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JasmineUPC</vt:lpstr>
      <vt:lpstr>Raleway</vt:lpstr>
      <vt:lpstr>Raleway (Body)Raleway (Body)</vt:lpstr>
      <vt:lpstr>Wingdings</vt:lpstr>
      <vt:lpstr>School Days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Vidhansh Soni</cp:lastModifiedBy>
  <cp:revision>49</cp:revision>
  <dcterms:created xsi:type="dcterms:W3CDTF">2026-09-07T16:04:28Z</dcterms:created>
  <dcterms:modified xsi:type="dcterms:W3CDTF">2026-09-10T11:53:35Z</dcterms:modified>
</cp:coreProperties>
</file>